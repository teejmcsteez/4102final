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79" r:id="rId4"/>
    <p:sldMasterId id="2147483780" r:id="rId5"/>
    <p:sldMasterId id="2147483781" r:id="rId6"/>
    <p:sldMasterId id="2147483782" r:id="rId7"/>
    <p:sldMasterId id="214748378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Lst>
  <p:sldSz cy="5143500" cx="9144000"/>
  <p:notesSz cx="6858000" cy="9144000"/>
  <p:embeddedFontLst>
    <p:embeddedFont>
      <p:font typeface="Poppins"/>
      <p:regular r:id="rId19"/>
      <p:bold r:id="rId20"/>
      <p:italic r:id="rId21"/>
      <p:boldItalic r:id="rId22"/>
    </p:embeddedFont>
    <p:embeddedFont>
      <p:font typeface="Source Code Pro"/>
      <p:regular r:id="rId23"/>
      <p:bold r:id="rId24"/>
      <p:italic r:id="rId25"/>
      <p:boldItalic r:id="rId26"/>
    </p:embeddedFont>
    <p:embeddedFont>
      <p:font typeface="PT Sans"/>
      <p:regular r:id="rId27"/>
      <p:bold r:id="rId28"/>
      <p:italic r:id="rId29"/>
      <p:boldItalic r:id="rId30"/>
    </p:embeddedFont>
    <p:embeddedFont>
      <p:font typeface="IBM Plex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SourceCodePro-bold.fntdata"/><Relationship Id="rId23" Type="http://schemas.openxmlformats.org/officeDocument/2006/relationships/font" Target="fonts/SourceCodePro-regular.fntdata"/><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font" Target="fonts/SourceCodePro-boldItalic.fntdata"/><Relationship Id="rId25" Type="http://schemas.openxmlformats.org/officeDocument/2006/relationships/font" Target="fonts/SourceCodePro-italic.fntdata"/><Relationship Id="rId28" Type="http://schemas.openxmlformats.org/officeDocument/2006/relationships/font" Target="fonts/PTSans-bold.fntdata"/><Relationship Id="rId27" Type="http://schemas.openxmlformats.org/officeDocument/2006/relationships/font" Target="fonts/PTSans-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font" Target="fonts/PTSans-italic.fntdata"/><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font" Target="fonts/IBMPlexMono-regular.fntdata"/><Relationship Id="rId30" Type="http://schemas.openxmlformats.org/officeDocument/2006/relationships/font" Target="fonts/PTSans-boldItalic.fntdata"/><Relationship Id="rId11" Type="http://schemas.openxmlformats.org/officeDocument/2006/relationships/slide" Target="slides/slide2.xml"/><Relationship Id="rId33" Type="http://schemas.openxmlformats.org/officeDocument/2006/relationships/font" Target="fonts/IBMPlexMono-italic.fntdata"/><Relationship Id="rId10" Type="http://schemas.openxmlformats.org/officeDocument/2006/relationships/slide" Target="slides/slide1.xml"/><Relationship Id="rId32" Type="http://schemas.openxmlformats.org/officeDocument/2006/relationships/font" Target="fonts/IBMPlexMono-bold.fntdata"/><Relationship Id="rId13" Type="http://schemas.openxmlformats.org/officeDocument/2006/relationships/slide" Target="slides/slide4.xml"/><Relationship Id="rId12" Type="http://schemas.openxmlformats.org/officeDocument/2006/relationships/slide" Target="slides/slide3.xml"/><Relationship Id="rId34" Type="http://schemas.openxmlformats.org/officeDocument/2006/relationships/font" Target="fonts/IBMPlexMono-boldItalic.fntdata"/><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font" Target="fonts/Poppins-regular.fntdata"/><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0" name="Shape 5710"/>
        <p:cNvGrpSpPr/>
        <p:nvPr/>
      </p:nvGrpSpPr>
      <p:grpSpPr>
        <a:xfrm>
          <a:off x="0" y="0"/>
          <a:ext cx="0" cy="0"/>
          <a:chOff x="0" y="0"/>
          <a:chExt cx="0" cy="0"/>
        </a:xfrm>
      </p:grpSpPr>
      <p:sp>
        <p:nvSpPr>
          <p:cNvPr id="5711" name="Google Shape;5711;g3a54bc70f64_2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2" name="Google Shape;5712;g3a54bc70f64_2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7" name="Shape 5737"/>
        <p:cNvGrpSpPr/>
        <p:nvPr/>
      </p:nvGrpSpPr>
      <p:grpSpPr>
        <a:xfrm>
          <a:off x="0" y="0"/>
          <a:ext cx="0" cy="0"/>
          <a:chOff x="0" y="0"/>
          <a:chExt cx="0" cy="0"/>
        </a:xfrm>
      </p:grpSpPr>
      <p:sp>
        <p:nvSpPr>
          <p:cNvPr id="5738" name="Google Shape;5738;g3a54bc70f64_2_2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9" name="Google Shape;5739;g3a54bc70f64_2_2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3" name="Shape 5753"/>
        <p:cNvGrpSpPr/>
        <p:nvPr/>
      </p:nvGrpSpPr>
      <p:grpSpPr>
        <a:xfrm>
          <a:off x="0" y="0"/>
          <a:ext cx="0" cy="0"/>
          <a:chOff x="0" y="0"/>
          <a:chExt cx="0" cy="0"/>
        </a:xfrm>
      </p:grpSpPr>
      <p:sp>
        <p:nvSpPr>
          <p:cNvPr id="5754" name="Google Shape;5754;g3a54bc70f64_2_4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5" name="Google Shape;5755;g3a54bc70f64_2_4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9" name="Shape 5769"/>
        <p:cNvGrpSpPr/>
        <p:nvPr/>
      </p:nvGrpSpPr>
      <p:grpSpPr>
        <a:xfrm>
          <a:off x="0" y="0"/>
          <a:ext cx="0" cy="0"/>
          <a:chOff x="0" y="0"/>
          <a:chExt cx="0" cy="0"/>
        </a:xfrm>
      </p:grpSpPr>
      <p:sp>
        <p:nvSpPr>
          <p:cNvPr id="5770" name="Google Shape;5770;g3a54bc70f64_2_5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1" name="Google Shape;5771;g3a54bc70f64_2_5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Taylor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4" name="Shape 5784"/>
        <p:cNvGrpSpPr/>
        <p:nvPr/>
      </p:nvGrpSpPr>
      <p:grpSpPr>
        <a:xfrm>
          <a:off x="0" y="0"/>
          <a:ext cx="0" cy="0"/>
          <a:chOff x="0" y="0"/>
          <a:chExt cx="0" cy="0"/>
        </a:xfrm>
      </p:grpSpPr>
      <p:sp>
        <p:nvSpPr>
          <p:cNvPr id="5785" name="Google Shape;5785;g3a54bc70f64_2_14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6" name="Google Shape;5786;g3a54bc70f64_2_14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1" name="Shape 5791"/>
        <p:cNvGrpSpPr/>
        <p:nvPr/>
      </p:nvGrpSpPr>
      <p:grpSpPr>
        <a:xfrm>
          <a:off x="0" y="0"/>
          <a:ext cx="0" cy="0"/>
          <a:chOff x="0" y="0"/>
          <a:chExt cx="0" cy="0"/>
        </a:xfrm>
      </p:grpSpPr>
      <p:sp>
        <p:nvSpPr>
          <p:cNvPr id="5792" name="Google Shape;5792;g3a54bc70f64_2_11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3" name="Google Shape;5793;g3a54bc70f64_2_11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8" name="Shape 5798"/>
        <p:cNvGrpSpPr/>
        <p:nvPr/>
      </p:nvGrpSpPr>
      <p:grpSpPr>
        <a:xfrm>
          <a:off x="0" y="0"/>
          <a:ext cx="0" cy="0"/>
          <a:chOff x="0" y="0"/>
          <a:chExt cx="0" cy="0"/>
        </a:xfrm>
      </p:grpSpPr>
      <p:sp>
        <p:nvSpPr>
          <p:cNvPr id="5799" name="Google Shape;5799;g3a4bec6370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0" name="Google Shape;5800;g3a4bec6370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5" name="Shape 5805"/>
        <p:cNvGrpSpPr/>
        <p:nvPr/>
      </p:nvGrpSpPr>
      <p:grpSpPr>
        <a:xfrm>
          <a:off x="0" y="0"/>
          <a:ext cx="0" cy="0"/>
          <a:chOff x="0" y="0"/>
          <a:chExt cx="0" cy="0"/>
        </a:xfrm>
      </p:grpSpPr>
      <p:sp>
        <p:nvSpPr>
          <p:cNvPr id="5806" name="Google Shape;5806;g3a4bec6370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7" name="Google Shape;5807;g3a4bec6370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3" name="Shape 5813"/>
        <p:cNvGrpSpPr/>
        <p:nvPr/>
      </p:nvGrpSpPr>
      <p:grpSpPr>
        <a:xfrm>
          <a:off x="0" y="0"/>
          <a:ext cx="0" cy="0"/>
          <a:chOff x="0" y="0"/>
          <a:chExt cx="0" cy="0"/>
        </a:xfrm>
      </p:grpSpPr>
      <p:sp>
        <p:nvSpPr>
          <p:cNvPr id="5814" name="Google Shape;5814;g3a66a3a5a8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5" name="Google Shape;5815;g3a66a3a5a8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grpSp>
        <p:nvGrpSpPr>
          <p:cNvPr id="54" name="Google Shape;54;p14"/>
          <p:cNvGrpSpPr/>
          <p:nvPr/>
        </p:nvGrpSpPr>
        <p:grpSpPr>
          <a:xfrm>
            <a:off x="-3255180" y="-2900775"/>
            <a:ext cx="10039930" cy="6871129"/>
            <a:chOff x="-3102780" y="-2727750"/>
            <a:chExt cx="10039930" cy="6871129"/>
          </a:xfrm>
        </p:grpSpPr>
        <p:grpSp>
          <p:nvGrpSpPr>
            <p:cNvPr id="55" name="Google Shape;55;p14"/>
            <p:cNvGrpSpPr/>
            <p:nvPr/>
          </p:nvGrpSpPr>
          <p:grpSpPr>
            <a:xfrm rot="-7778255">
              <a:off x="-2414440" y="-1445047"/>
              <a:ext cx="5355679" cy="4305724"/>
              <a:chOff x="7103825" y="-713112"/>
              <a:chExt cx="3785226" cy="3043150"/>
            </a:xfrm>
          </p:grpSpPr>
          <p:sp>
            <p:nvSpPr>
              <p:cNvPr id="56" name="Google Shape;56;p1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 name="Google Shape;57;p14"/>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58" name="Google Shape;58;p14"/>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61" name="Google Shape;61;p14"/>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14"/>
            <p:cNvGrpSpPr/>
            <p:nvPr/>
          </p:nvGrpSpPr>
          <p:grpSpPr>
            <a:xfrm flipH="1">
              <a:off x="4446909" y="391151"/>
              <a:ext cx="134044" cy="134013"/>
              <a:chOff x="1101075" y="2142375"/>
              <a:chExt cx="439200" cy="439100"/>
            </a:xfrm>
          </p:grpSpPr>
          <p:sp>
            <p:nvSpPr>
              <p:cNvPr id="64" name="Google Shape;64;p1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 name="Google Shape;66;p14"/>
            <p:cNvGrpSpPr/>
            <p:nvPr/>
          </p:nvGrpSpPr>
          <p:grpSpPr>
            <a:xfrm flipH="1">
              <a:off x="1373609" y="694563"/>
              <a:ext cx="134044" cy="134013"/>
              <a:chOff x="1101075" y="2142375"/>
              <a:chExt cx="439200" cy="439100"/>
            </a:xfrm>
          </p:grpSpPr>
          <p:sp>
            <p:nvSpPr>
              <p:cNvPr id="67" name="Google Shape;67;p1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 name="Google Shape;69;p14"/>
            <p:cNvGrpSpPr/>
            <p:nvPr/>
          </p:nvGrpSpPr>
          <p:grpSpPr>
            <a:xfrm flipH="1">
              <a:off x="1086834" y="957463"/>
              <a:ext cx="134044" cy="134013"/>
              <a:chOff x="1101075" y="2142375"/>
              <a:chExt cx="439200" cy="439100"/>
            </a:xfrm>
          </p:grpSpPr>
          <p:sp>
            <p:nvSpPr>
              <p:cNvPr id="70" name="Google Shape;70;p1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14"/>
            <p:cNvGrpSpPr/>
            <p:nvPr/>
          </p:nvGrpSpPr>
          <p:grpSpPr>
            <a:xfrm flipH="1">
              <a:off x="277709" y="957463"/>
              <a:ext cx="134044" cy="134013"/>
              <a:chOff x="1101075" y="2142375"/>
              <a:chExt cx="439200" cy="439100"/>
            </a:xfrm>
          </p:grpSpPr>
          <p:sp>
            <p:nvSpPr>
              <p:cNvPr id="73" name="Google Shape;73;p1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14"/>
            <p:cNvGrpSpPr/>
            <p:nvPr/>
          </p:nvGrpSpPr>
          <p:grpSpPr>
            <a:xfrm flipH="1">
              <a:off x="277709" y="640813"/>
              <a:ext cx="134044" cy="134013"/>
              <a:chOff x="1101075" y="2142375"/>
              <a:chExt cx="439200" cy="439100"/>
            </a:xfrm>
          </p:grpSpPr>
          <p:sp>
            <p:nvSpPr>
              <p:cNvPr id="76" name="Google Shape;76;p1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 name="Google Shape;78;p14"/>
          <p:cNvGrpSpPr/>
          <p:nvPr/>
        </p:nvGrpSpPr>
        <p:grpSpPr>
          <a:xfrm>
            <a:off x="6385735" y="3039700"/>
            <a:ext cx="3920501" cy="3213899"/>
            <a:chOff x="6309535" y="2842975"/>
            <a:chExt cx="3920501" cy="3213899"/>
          </a:xfrm>
        </p:grpSpPr>
        <p:pic>
          <p:nvPicPr>
            <p:cNvPr id="79" name="Google Shape;79;p14"/>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80" name="Google Shape;80;p14"/>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 name="Google Shape;82;p14"/>
            <p:cNvGrpSpPr/>
            <p:nvPr/>
          </p:nvGrpSpPr>
          <p:grpSpPr>
            <a:xfrm>
              <a:off x="7280400" y="3719575"/>
              <a:ext cx="582050" cy="582425"/>
              <a:chOff x="959750" y="3039275"/>
              <a:chExt cx="582050" cy="582425"/>
            </a:xfrm>
          </p:grpSpPr>
          <p:sp>
            <p:nvSpPr>
              <p:cNvPr id="83" name="Google Shape;83;p1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4"/>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 name="Google Shape;91;p14"/>
            <p:cNvGrpSpPr/>
            <p:nvPr/>
          </p:nvGrpSpPr>
          <p:grpSpPr>
            <a:xfrm>
              <a:off x="8337812" y="3492483"/>
              <a:ext cx="699928" cy="1651024"/>
              <a:chOff x="8337812" y="3492483"/>
              <a:chExt cx="699928" cy="1651024"/>
            </a:xfrm>
          </p:grpSpPr>
          <p:sp>
            <p:nvSpPr>
              <p:cNvPr id="92" name="Google Shape;92;p1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 name="Google Shape;95;p14"/>
            <p:cNvGrpSpPr/>
            <p:nvPr/>
          </p:nvGrpSpPr>
          <p:grpSpPr>
            <a:xfrm>
              <a:off x="7945225" y="4302000"/>
              <a:ext cx="904666" cy="726121"/>
              <a:chOff x="7945225" y="4302000"/>
              <a:chExt cx="904666" cy="726121"/>
            </a:xfrm>
          </p:grpSpPr>
          <p:sp>
            <p:nvSpPr>
              <p:cNvPr id="96" name="Google Shape;96;p1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 name="Google Shape;99;p14"/>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0" name="Google Shape;100;p14"/>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01" name="Google Shape;101;p14"/>
          <p:cNvGrpSpPr/>
          <p:nvPr/>
        </p:nvGrpSpPr>
        <p:grpSpPr>
          <a:xfrm>
            <a:off x="-309885" y="3617406"/>
            <a:ext cx="1448824" cy="2238804"/>
            <a:chOff x="-309885" y="3617406"/>
            <a:chExt cx="1448824" cy="2238804"/>
          </a:xfrm>
        </p:grpSpPr>
        <p:grpSp>
          <p:nvGrpSpPr>
            <p:cNvPr id="102" name="Google Shape;102;p14"/>
            <p:cNvGrpSpPr/>
            <p:nvPr/>
          </p:nvGrpSpPr>
          <p:grpSpPr>
            <a:xfrm>
              <a:off x="-277007" y="3870159"/>
              <a:ext cx="981772" cy="1986051"/>
              <a:chOff x="-293545" y="3454371"/>
              <a:chExt cx="981772" cy="1986051"/>
            </a:xfrm>
          </p:grpSpPr>
          <p:sp>
            <p:nvSpPr>
              <p:cNvPr id="103" name="Google Shape;103;p14"/>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 name="Google Shape;105;p14"/>
            <p:cNvGrpSpPr/>
            <p:nvPr/>
          </p:nvGrpSpPr>
          <p:grpSpPr>
            <a:xfrm>
              <a:off x="363249" y="4906873"/>
              <a:ext cx="699940" cy="478601"/>
              <a:chOff x="39722" y="4349021"/>
              <a:chExt cx="1061964" cy="726143"/>
            </a:xfrm>
          </p:grpSpPr>
          <p:grpSp>
            <p:nvGrpSpPr>
              <p:cNvPr id="106" name="Google Shape;106;p14"/>
              <p:cNvGrpSpPr/>
              <p:nvPr/>
            </p:nvGrpSpPr>
            <p:grpSpPr>
              <a:xfrm rot="2700000">
                <a:off x="140502" y="4460924"/>
                <a:ext cx="524584" cy="502337"/>
                <a:chOff x="1189791" y="-1767331"/>
                <a:chExt cx="904284" cy="865933"/>
              </a:xfrm>
            </p:grpSpPr>
            <p:sp>
              <p:nvSpPr>
                <p:cNvPr id="107" name="Google Shape;107;p1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14"/>
                <p:cNvGrpSpPr/>
                <p:nvPr/>
              </p:nvGrpSpPr>
              <p:grpSpPr>
                <a:xfrm>
                  <a:off x="1232795" y="-1740829"/>
                  <a:ext cx="717621" cy="717392"/>
                  <a:chOff x="1483457" y="3953671"/>
                  <a:chExt cx="717621" cy="717392"/>
                </a:xfrm>
              </p:grpSpPr>
              <p:sp>
                <p:nvSpPr>
                  <p:cNvPr id="109" name="Google Shape;109;p1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4" name="Google Shape;114;p1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4"/>
            <p:cNvGrpSpPr/>
            <p:nvPr/>
          </p:nvGrpSpPr>
          <p:grpSpPr>
            <a:xfrm rot="-5400000">
              <a:off x="-461873" y="3769393"/>
              <a:ext cx="1351491" cy="1047516"/>
              <a:chOff x="-2460210" y="2758493"/>
              <a:chExt cx="1351491" cy="1047516"/>
            </a:xfrm>
          </p:grpSpPr>
          <p:sp>
            <p:nvSpPr>
              <p:cNvPr id="116" name="Google Shape;116;p14"/>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 name="Google Shape;120;p14"/>
            <p:cNvGrpSpPr/>
            <p:nvPr/>
          </p:nvGrpSpPr>
          <p:grpSpPr>
            <a:xfrm>
              <a:off x="438999" y="4567398"/>
              <a:ext cx="699940" cy="478601"/>
              <a:chOff x="39722" y="4349021"/>
              <a:chExt cx="1061964" cy="726143"/>
            </a:xfrm>
          </p:grpSpPr>
          <p:grpSp>
            <p:nvGrpSpPr>
              <p:cNvPr id="121" name="Google Shape;121;p14"/>
              <p:cNvGrpSpPr/>
              <p:nvPr/>
            </p:nvGrpSpPr>
            <p:grpSpPr>
              <a:xfrm rot="2700000">
                <a:off x="140502" y="4460924"/>
                <a:ext cx="524584" cy="502337"/>
                <a:chOff x="1189791" y="-1767331"/>
                <a:chExt cx="904284" cy="865933"/>
              </a:xfrm>
            </p:grpSpPr>
            <p:sp>
              <p:nvSpPr>
                <p:cNvPr id="122" name="Google Shape;122;p1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 name="Google Shape;123;p14"/>
                <p:cNvGrpSpPr/>
                <p:nvPr/>
              </p:nvGrpSpPr>
              <p:grpSpPr>
                <a:xfrm>
                  <a:off x="1232795" y="-1740829"/>
                  <a:ext cx="717621" cy="717392"/>
                  <a:chOff x="1483457" y="3953671"/>
                  <a:chExt cx="717621" cy="717392"/>
                </a:xfrm>
              </p:grpSpPr>
              <p:sp>
                <p:nvSpPr>
                  <p:cNvPr id="124" name="Google Shape;124;p1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 name="Google Shape;129;p1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14"/>
            <p:cNvGrpSpPr/>
            <p:nvPr/>
          </p:nvGrpSpPr>
          <p:grpSpPr>
            <a:xfrm>
              <a:off x="-65076" y="4623886"/>
              <a:ext cx="699940" cy="478601"/>
              <a:chOff x="39722" y="4349021"/>
              <a:chExt cx="1061964" cy="726143"/>
            </a:xfrm>
          </p:grpSpPr>
          <p:grpSp>
            <p:nvGrpSpPr>
              <p:cNvPr id="131" name="Google Shape;131;p14"/>
              <p:cNvGrpSpPr/>
              <p:nvPr/>
            </p:nvGrpSpPr>
            <p:grpSpPr>
              <a:xfrm rot="2700000">
                <a:off x="140502" y="4460924"/>
                <a:ext cx="524584" cy="502337"/>
                <a:chOff x="1189791" y="-1767331"/>
                <a:chExt cx="904284" cy="865933"/>
              </a:xfrm>
            </p:grpSpPr>
            <p:sp>
              <p:nvSpPr>
                <p:cNvPr id="132" name="Google Shape;132;p1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 name="Google Shape;133;p14"/>
                <p:cNvGrpSpPr/>
                <p:nvPr/>
              </p:nvGrpSpPr>
              <p:grpSpPr>
                <a:xfrm>
                  <a:off x="1232795" y="-1740829"/>
                  <a:ext cx="717621" cy="717392"/>
                  <a:chOff x="1483457" y="3953671"/>
                  <a:chExt cx="717621" cy="717392"/>
                </a:xfrm>
              </p:grpSpPr>
              <p:sp>
                <p:nvSpPr>
                  <p:cNvPr id="134" name="Google Shape;134;p1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9" name="Google Shape;139;p1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0" name="Shape 140"/>
        <p:cNvGrpSpPr/>
        <p:nvPr/>
      </p:nvGrpSpPr>
      <p:grpSpPr>
        <a:xfrm>
          <a:off x="0" y="0"/>
          <a:ext cx="0" cy="0"/>
          <a:chOff x="0" y="0"/>
          <a:chExt cx="0" cy="0"/>
        </a:xfrm>
      </p:grpSpPr>
      <p:sp>
        <p:nvSpPr>
          <p:cNvPr id="141" name="Google Shape;141;p15"/>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42" name="Google Shape;142;p15"/>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200">
                <a:latin typeface="Poppins"/>
                <a:ea typeface="Poppins"/>
                <a:cs typeface="Poppins"/>
                <a:sym typeface="Poppins"/>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43" name="Google Shape;143;p15"/>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44" name="Google Shape;144;p15"/>
          <p:cNvGrpSpPr/>
          <p:nvPr/>
        </p:nvGrpSpPr>
        <p:grpSpPr>
          <a:xfrm>
            <a:off x="-539206" y="-1717975"/>
            <a:ext cx="4397193" cy="4171657"/>
            <a:chOff x="-494406" y="-1584825"/>
            <a:chExt cx="4397193" cy="4171657"/>
          </a:xfrm>
        </p:grpSpPr>
        <p:grpSp>
          <p:nvGrpSpPr>
            <p:cNvPr id="145" name="Google Shape;145;p15"/>
            <p:cNvGrpSpPr/>
            <p:nvPr/>
          </p:nvGrpSpPr>
          <p:grpSpPr>
            <a:xfrm>
              <a:off x="-494406" y="-252396"/>
              <a:ext cx="1741563" cy="1288563"/>
              <a:chOff x="-494406" y="-252396"/>
              <a:chExt cx="1741563" cy="1288563"/>
            </a:xfrm>
          </p:grpSpPr>
          <p:sp>
            <p:nvSpPr>
              <p:cNvPr id="146" name="Google Shape;146;p1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5"/>
            <p:cNvGrpSpPr/>
            <p:nvPr/>
          </p:nvGrpSpPr>
          <p:grpSpPr>
            <a:xfrm>
              <a:off x="245875" y="-51824"/>
              <a:ext cx="208200" cy="1824700"/>
              <a:chOff x="1040050" y="3812126"/>
              <a:chExt cx="208200" cy="1824700"/>
            </a:xfrm>
          </p:grpSpPr>
          <p:sp>
            <p:nvSpPr>
              <p:cNvPr id="149" name="Google Shape;149;p1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 name="Google Shape;151;p15"/>
            <p:cNvGrpSpPr/>
            <p:nvPr/>
          </p:nvGrpSpPr>
          <p:grpSpPr>
            <a:xfrm>
              <a:off x="441574" y="-36652"/>
              <a:ext cx="699940" cy="478601"/>
              <a:chOff x="39722" y="4349021"/>
              <a:chExt cx="1061964" cy="726143"/>
            </a:xfrm>
          </p:grpSpPr>
          <p:grpSp>
            <p:nvGrpSpPr>
              <p:cNvPr id="152" name="Google Shape;152;p15"/>
              <p:cNvGrpSpPr/>
              <p:nvPr/>
            </p:nvGrpSpPr>
            <p:grpSpPr>
              <a:xfrm rot="2700000">
                <a:off x="140502" y="4460924"/>
                <a:ext cx="524584" cy="502337"/>
                <a:chOff x="1189791" y="-1767331"/>
                <a:chExt cx="904284" cy="865933"/>
              </a:xfrm>
            </p:grpSpPr>
            <p:sp>
              <p:nvSpPr>
                <p:cNvPr id="153" name="Google Shape;153;p1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 name="Google Shape;154;p15"/>
                <p:cNvGrpSpPr/>
                <p:nvPr/>
              </p:nvGrpSpPr>
              <p:grpSpPr>
                <a:xfrm>
                  <a:off x="1232795" y="-1740829"/>
                  <a:ext cx="717621" cy="717392"/>
                  <a:chOff x="1483457" y="3953671"/>
                  <a:chExt cx="717621" cy="717392"/>
                </a:xfrm>
              </p:grpSpPr>
              <p:sp>
                <p:nvSpPr>
                  <p:cNvPr id="155" name="Google Shape;155;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0" name="Google Shape;160;p1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15"/>
            <p:cNvGrpSpPr/>
            <p:nvPr/>
          </p:nvGrpSpPr>
          <p:grpSpPr>
            <a:xfrm>
              <a:off x="955673" y="11"/>
              <a:ext cx="592576" cy="405260"/>
              <a:chOff x="39722" y="4349021"/>
              <a:chExt cx="1061964" cy="726143"/>
            </a:xfrm>
          </p:grpSpPr>
          <p:grpSp>
            <p:nvGrpSpPr>
              <p:cNvPr id="162" name="Google Shape;162;p15"/>
              <p:cNvGrpSpPr/>
              <p:nvPr/>
            </p:nvGrpSpPr>
            <p:grpSpPr>
              <a:xfrm rot="2700000">
                <a:off x="140502" y="4460924"/>
                <a:ext cx="524584" cy="502337"/>
                <a:chOff x="1189791" y="-1767331"/>
                <a:chExt cx="904284" cy="865933"/>
              </a:xfrm>
            </p:grpSpPr>
            <p:sp>
              <p:nvSpPr>
                <p:cNvPr id="163" name="Google Shape;163;p1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4" name="Google Shape;164;p15"/>
                <p:cNvGrpSpPr/>
                <p:nvPr/>
              </p:nvGrpSpPr>
              <p:grpSpPr>
                <a:xfrm>
                  <a:off x="1232795" y="-1740829"/>
                  <a:ext cx="717621" cy="717392"/>
                  <a:chOff x="1483457" y="3953671"/>
                  <a:chExt cx="717621" cy="717392"/>
                </a:xfrm>
              </p:grpSpPr>
              <p:sp>
                <p:nvSpPr>
                  <p:cNvPr id="165" name="Google Shape;165;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0" name="Google Shape;170;p1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15"/>
            <p:cNvGrpSpPr/>
            <p:nvPr/>
          </p:nvGrpSpPr>
          <p:grpSpPr>
            <a:xfrm>
              <a:off x="-1" y="621223"/>
              <a:ext cx="699940" cy="478601"/>
              <a:chOff x="39722" y="4349021"/>
              <a:chExt cx="1061964" cy="726143"/>
            </a:xfrm>
          </p:grpSpPr>
          <p:grpSp>
            <p:nvGrpSpPr>
              <p:cNvPr id="172" name="Google Shape;172;p15"/>
              <p:cNvGrpSpPr/>
              <p:nvPr/>
            </p:nvGrpSpPr>
            <p:grpSpPr>
              <a:xfrm rot="2700000">
                <a:off x="140502" y="4460924"/>
                <a:ext cx="524584" cy="502337"/>
                <a:chOff x="1189791" y="-1767331"/>
                <a:chExt cx="904284" cy="865933"/>
              </a:xfrm>
            </p:grpSpPr>
            <p:sp>
              <p:nvSpPr>
                <p:cNvPr id="173" name="Google Shape;173;p1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15"/>
                <p:cNvGrpSpPr/>
                <p:nvPr/>
              </p:nvGrpSpPr>
              <p:grpSpPr>
                <a:xfrm>
                  <a:off x="1232795" y="-1740829"/>
                  <a:ext cx="717621" cy="717392"/>
                  <a:chOff x="1483457" y="3953671"/>
                  <a:chExt cx="717621" cy="717392"/>
                </a:xfrm>
              </p:grpSpPr>
              <p:sp>
                <p:nvSpPr>
                  <p:cNvPr id="175" name="Google Shape;175;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0" name="Google Shape;180;p1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 name="Google Shape;181;p15"/>
            <p:cNvGrpSpPr/>
            <p:nvPr/>
          </p:nvGrpSpPr>
          <p:grpSpPr>
            <a:xfrm rot="-8100000">
              <a:off x="540898" y="-1172741"/>
              <a:ext cx="2552124" cy="3347490"/>
              <a:chOff x="2976325" y="908175"/>
              <a:chExt cx="4028179" cy="5283555"/>
            </a:xfrm>
          </p:grpSpPr>
          <p:sp>
            <p:nvSpPr>
              <p:cNvPr id="182" name="Google Shape;182;p1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5" name="Shape 185"/>
        <p:cNvGrpSpPr/>
        <p:nvPr/>
      </p:nvGrpSpPr>
      <p:grpSpPr>
        <a:xfrm>
          <a:off x="0" y="0"/>
          <a:ext cx="0" cy="0"/>
          <a:chOff x="0" y="0"/>
          <a:chExt cx="0" cy="0"/>
        </a:xfrm>
      </p:grpSpPr>
      <p:sp>
        <p:nvSpPr>
          <p:cNvPr id="186" name="Google Shape;18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 name="Google Shape;187;p16"/>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434343"/>
              </a:buClr>
              <a:buSzPts val="1400"/>
              <a:buAutoNum type="arabicPeriod"/>
              <a:defRPr>
                <a:solidFill>
                  <a:srgbClr val="191919"/>
                </a:solidFill>
              </a:defRPr>
            </a:lvl1pPr>
            <a:lvl2pPr indent="-317500" lvl="1" marL="91440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88" name="Google Shape;188;p16"/>
          <p:cNvGrpSpPr/>
          <p:nvPr/>
        </p:nvGrpSpPr>
        <p:grpSpPr>
          <a:xfrm>
            <a:off x="7365150" y="-1147799"/>
            <a:ext cx="3733124" cy="6537004"/>
            <a:chOff x="7212750" y="-1147799"/>
            <a:chExt cx="3733124" cy="6537004"/>
          </a:xfrm>
        </p:grpSpPr>
        <p:pic>
          <p:nvPicPr>
            <p:cNvPr id="189" name="Google Shape;189;p16"/>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190" name="Google Shape;190;p16"/>
            <p:cNvGrpSpPr/>
            <p:nvPr/>
          </p:nvGrpSpPr>
          <p:grpSpPr>
            <a:xfrm>
              <a:off x="7392021" y="539499"/>
              <a:ext cx="1518472" cy="3030657"/>
              <a:chOff x="7785196" y="342199"/>
              <a:chExt cx="1518472" cy="3030657"/>
            </a:xfrm>
          </p:grpSpPr>
          <p:sp>
            <p:nvSpPr>
              <p:cNvPr id="191" name="Google Shape;191;p16"/>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6"/>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 name="Google Shape;193;p16"/>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 name="Google Shape;194;p16"/>
            <p:cNvGrpSpPr/>
            <p:nvPr/>
          </p:nvGrpSpPr>
          <p:grpSpPr>
            <a:xfrm>
              <a:off x="7740801" y="270000"/>
              <a:ext cx="3153315" cy="5119205"/>
              <a:chOff x="7740801" y="270000"/>
              <a:chExt cx="3153315" cy="5119205"/>
            </a:xfrm>
          </p:grpSpPr>
          <p:sp>
            <p:nvSpPr>
              <p:cNvPr id="195" name="Google Shape;195;p16"/>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 name="Google Shape;196;p16"/>
              <p:cNvGrpSpPr/>
              <p:nvPr/>
            </p:nvGrpSpPr>
            <p:grpSpPr>
              <a:xfrm>
                <a:off x="8192886" y="4736397"/>
                <a:ext cx="134004" cy="134004"/>
                <a:chOff x="8356813" y="1074288"/>
                <a:chExt cx="351900" cy="351900"/>
              </a:xfrm>
            </p:grpSpPr>
            <p:sp>
              <p:nvSpPr>
                <p:cNvPr id="197" name="Google Shape;197;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 name="Google Shape;199;p16"/>
              <p:cNvGrpSpPr/>
              <p:nvPr/>
            </p:nvGrpSpPr>
            <p:grpSpPr>
              <a:xfrm>
                <a:off x="8788211" y="3794722"/>
                <a:ext cx="134004" cy="134004"/>
                <a:chOff x="8356813" y="1074288"/>
                <a:chExt cx="351900" cy="351900"/>
              </a:xfrm>
            </p:grpSpPr>
            <p:sp>
              <p:nvSpPr>
                <p:cNvPr id="200" name="Google Shape;200;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 name="Google Shape;202;p16"/>
              <p:cNvGrpSpPr/>
              <p:nvPr/>
            </p:nvGrpSpPr>
            <p:grpSpPr>
              <a:xfrm>
                <a:off x="8654186" y="2424672"/>
                <a:ext cx="134004" cy="134004"/>
                <a:chOff x="8356813" y="1074288"/>
                <a:chExt cx="351900" cy="351900"/>
              </a:xfrm>
            </p:grpSpPr>
            <p:sp>
              <p:nvSpPr>
                <p:cNvPr id="203" name="Google Shape;203;p1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05" name="Google Shape;205;p16"/>
          <p:cNvGrpSpPr/>
          <p:nvPr/>
        </p:nvGrpSpPr>
        <p:grpSpPr>
          <a:xfrm rot="-2529045">
            <a:off x="105741" y="3680210"/>
            <a:ext cx="591691" cy="2260270"/>
            <a:chOff x="-132364" y="1829399"/>
            <a:chExt cx="591677" cy="2260214"/>
          </a:xfrm>
        </p:grpSpPr>
        <p:sp>
          <p:nvSpPr>
            <p:cNvPr id="206" name="Google Shape;206;p16"/>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6"/>
          <p:cNvGrpSpPr/>
          <p:nvPr/>
        </p:nvGrpSpPr>
        <p:grpSpPr>
          <a:xfrm>
            <a:off x="-520148" y="-573164"/>
            <a:ext cx="1502291" cy="2806842"/>
            <a:chOff x="-367748" y="-573164"/>
            <a:chExt cx="1502291" cy="2806842"/>
          </a:xfrm>
        </p:grpSpPr>
        <p:grpSp>
          <p:nvGrpSpPr>
            <p:cNvPr id="209" name="Google Shape;209;p16"/>
            <p:cNvGrpSpPr/>
            <p:nvPr/>
          </p:nvGrpSpPr>
          <p:grpSpPr>
            <a:xfrm rot="10800000">
              <a:off x="-191449" y="1507557"/>
              <a:ext cx="904666" cy="726121"/>
              <a:chOff x="7945225" y="4302000"/>
              <a:chExt cx="904666" cy="726121"/>
            </a:xfrm>
          </p:grpSpPr>
          <p:sp>
            <p:nvSpPr>
              <p:cNvPr id="210" name="Google Shape;210;p1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16"/>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5" name="Google Shape;215;p16"/>
            <p:cNvGrpSpPr/>
            <p:nvPr/>
          </p:nvGrpSpPr>
          <p:grpSpPr>
            <a:xfrm rot="10800000">
              <a:off x="-367748" y="-467133"/>
              <a:ext cx="699928" cy="1651024"/>
              <a:chOff x="8337812" y="3492483"/>
              <a:chExt cx="699928" cy="1651024"/>
            </a:xfrm>
          </p:grpSpPr>
          <p:sp>
            <p:nvSpPr>
              <p:cNvPr id="216" name="Google Shape;216;p16"/>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9" name="Shape 219"/>
        <p:cNvGrpSpPr/>
        <p:nvPr/>
      </p:nvGrpSpPr>
      <p:grpSpPr>
        <a:xfrm>
          <a:off x="0" y="0"/>
          <a:ext cx="0" cy="0"/>
          <a:chOff x="0" y="0"/>
          <a:chExt cx="0" cy="0"/>
        </a:xfrm>
      </p:grpSpPr>
      <p:sp>
        <p:nvSpPr>
          <p:cNvPr id="220" name="Google Shape;220;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1" name="Google Shape;221;p17"/>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2" name="Google Shape;222;p17"/>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3" name="Google Shape;223;p17"/>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24" name="Google Shape;224;p17"/>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225" name="Google Shape;225;p17"/>
          <p:cNvGrpSpPr/>
          <p:nvPr/>
        </p:nvGrpSpPr>
        <p:grpSpPr>
          <a:xfrm>
            <a:off x="7579113" y="-890399"/>
            <a:ext cx="2898275" cy="3032950"/>
            <a:chOff x="7198113" y="-890399"/>
            <a:chExt cx="2898275" cy="3032950"/>
          </a:xfrm>
        </p:grpSpPr>
        <p:pic>
          <p:nvPicPr>
            <p:cNvPr id="226" name="Google Shape;226;p17"/>
            <p:cNvPicPr preferRelativeResize="0"/>
            <p:nvPr/>
          </p:nvPicPr>
          <p:blipFill rotWithShape="1">
            <a:blip r:embed="rId2">
              <a:alphaModFix/>
            </a:blip>
            <a:srcRect b="26177" l="16960" r="7121" t="24718"/>
            <a:stretch/>
          </p:blipFill>
          <p:spPr>
            <a:xfrm rot="-5400000">
              <a:off x="7130775" y="-823062"/>
              <a:ext cx="3032950" cy="2898275"/>
            </a:xfrm>
            <a:prstGeom prst="rect">
              <a:avLst/>
            </a:prstGeom>
            <a:noFill/>
            <a:ln>
              <a:noFill/>
            </a:ln>
          </p:spPr>
        </p:pic>
        <p:grpSp>
          <p:nvGrpSpPr>
            <p:cNvPr id="227" name="Google Shape;227;p17"/>
            <p:cNvGrpSpPr/>
            <p:nvPr/>
          </p:nvGrpSpPr>
          <p:grpSpPr>
            <a:xfrm>
              <a:off x="8319318" y="-249682"/>
              <a:ext cx="1460040" cy="1171886"/>
              <a:chOff x="7945225" y="4302000"/>
              <a:chExt cx="904666" cy="726121"/>
            </a:xfrm>
          </p:grpSpPr>
          <p:sp>
            <p:nvSpPr>
              <p:cNvPr id="228" name="Google Shape;228;p1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1" name="Google Shape;231;p17"/>
          <p:cNvGrpSpPr/>
          <p:nvPr/>
        </p:nvGrpSpPr>
        <p:grpSpPr>
          <a:xfrm>
            <a:off x="-613920" y="3693606"/>
            <a:ext cx="2048057" cy="2238804"/>
            <a:chOff x="-461520" y="3617406"/>
            <a:chExt cx="2048057" cy="2238804"/>
          </a:xfrm>
        </p:grpSpPr>
        <p:grpSp>
          <p:nvGrpSpPr>
            <p:cNvPr id="232" name="Google Shape;232;p17"/>
            <p:cNvGrpSpPr/>
            <p:nvPr/>
          </p:nvGrpSpPr>
          <p:grpSpPr>
            <a:xfrm>
              <a:off x="-461520" y="3617406"/>
              <a:ext cx="1916534" cy="2238804"/>
              <a:chOff x="-461520" y="3617406"/>
              <a:chExt cx="1916534" cy="2238804"/>
            </a:xfrm>
          </p:grpSpPr>
          <p:grpSp>
            <p:nvGrpSpPr>
              <p:cNvPr id="233" name="Google Shape;233;p17"/>
              <p:cNvGrpSpPr/>
              <p:nvPr/>
            </p:nvGrpSpPr>
            <p:grpSpPr>
              <a:xfrm flipH="1">
                <a:off x="-461520" y="4010132"/>
                <a:ext cx="1916534" cy="1538287"/>
                <a:chOff x="7945225" y="4302000"/>
                <a:chExt cx="904666" cy="726121"/>
              </a:xfrm>
            </p:grpSpPr>
            <p:sp>
              <p:nvSpPr>
                <p:cNvPr id="234" name="Google Shape;234;p1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 name="Google Shape;237;p17"/>
              <p:cNvGrpSpPr/>
              <p:nvPr/>
            </p:nvGrpSpPr>
            <p:grpSpPr>
              <a:xfrm>
                <a:off x="-309885" y="3617406"/>
                <a:ext cx="1448824" cy="2238804"/>
                <a:chOff x="-309885" y="3617406"/>
                <a:chExt cx="1448824" cy="2238804"/>
              </a:xfrm>
            </p:grpSpPr>
            <p:grpSp>
              <p:nvGrpSpPr>
                <p:cNvPr id="238" name="Google Shape;238;p17"/>
                <p:cNvGrpSpPr/>
                <p:nvPr/>
              </p:nvGrpSpPr>
              <p:grpSpPr>
                <a:xfrm>
                  <a:off x="-277007" y="3870159"/>
                  <a:ext cx="981772" cy="1986051"/>
                  <a:chOff x="-293545" y="3454371"/>
                  <a:chExt cx="981772" cy="1986051"/>
                </a:xfrm>
              </p:grpSpPr>
              <p:sp>
                <p:nvSpPr>
                  <p:cNvPr id="239" name="Google Shape;239;p17"/>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17"/>
                <p:cNvGrpSpPr/>
                <p:nvPr/>
              </p:nvGrpSpPr>
              <p:grpSpPr>
                <a:xfrm>
                  <a:off x="363249" y="4906873"/>
                  <a:ext cx="699940" cy="478601"/>
                  <a:chOff x="39722" y="4349021"/>
                  <a:chExt cx="1061964" cy="726143"/>
                </a:xfrm>
              </p:grpSpPr>
              <p:grpSp>
                <p:nvGrpSpPr>
                  <p:cNvPr id="242" name="Google Shape;242;p17"/>
                  <p:cNvGrpSpPr/>
                  <p:nvPr/>
                </p:nvGrpSpPr>
                <p:grpSpPr>
                  <a:xfrm rot="2700000">
                    <a:off x="140502" y="4460924"/>
                    <a:ext cx="524584" cy="502337"/>
                    <a:chOff x="1189791" y="-1767331"/>
                    <a:chExt cx="904284" cy="865933"/>
                  </a:xfrm>
                </p:grpSpPr>
                <p:sp>
                  <p:nvSpPr>
                    <p:cNvPr id="243" name="Google Shape;243;p1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 name="Google Shape;244;p17"/>
                    <p:cNvGrpSpPr/>
                    <p:nvPr/>
                  </p:nvGrpSpPr>
                  <p:grpSpPr>
                    <a:xfrm>
                      <a:off x="1232795" y="-1740829"/>
                      <a:ext cx="717621" cy="717392"/>
                      <a:chOff x="1483457" y="3953671"/>
                      <a:chExt cx="717621" cy="717392"/>
                    </a:xfrm>
                  </p:grpSpPr>
                  <p:sp>
                    <p:nvSpPr>
                      <p:cNvPr id="245" name="Google Shape;245;p1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0" name="Google Shape;250;p1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 name="Google Shape;251;p17"/>
                <p:cNvGrpSpPr/>
                <p:nvPr/>
              </p:nvGrpSpPr>
              <p:grpSpPr>
                <a:xfrm rot="-5400000">
                  <a:off x="-461873" y="3769393"/>
                  <a:ext cx="1351491" cy="1047516"/>
                  <a:chOff x="-2460210" y="2758493"/>
                  <a:chExt cx="1351491" cy="1047516"/>
                </a:xfrm>
              </p:grpSpPr>
              <p:sp>
                <p:nvSpPr>
                  <p:cNvPr id="252" name="Google Shape;252;p17"/>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7"/>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7"/>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7"/>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 name="Google Shape;256;p17"/>
                <p:cNvGrpSpPr/>
                <p:nvPr/>
              </p:nvGrpSpPr>
              <p:grpSpPr>
                <a:xfrm>
                  <a:off x="438999" y="4567398"/>
                  <a:ext cx="699940" cy="478601"/>
                  <a:chOff x="39722" y="4349021"/>
                  <a:chExt cx="1061964" cy="726143"/>
                </a:xfrm>
              </p:grpSpPr>
              <p:grpSp>
                <p:nvGrpSpPr>
                  <p:cNvPr id="257" name="Google Shape;257;p17"/>
                  <p:cNvGrpSpPr/>
                  <p:nvPr/>
                </p:nvGrpSpPr>
                <p:grpSpPr>
                  <a:xfrm rot="2700000">
                    <a:off x="140502" y="4460924"/>
                    <a:ext cx="524584" cy="502337"/>
                    <a:chOff x="1189791" y="-1767331"/>
                    <a:chExt cx="904284" cy="865933"/>
                  </a:xfrm>
                </p:grpSpPr>
                <p:sp>
                  <p:nvSpPr>
                    <p:cNvPr id="258" name="Google Shape;258;p1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 name="Google Shape;259;p17"/>
                    <p:cNvGrpSpPr/>
                    <p:nvPr/>
                  </p:nvGrpSpPr>
                  <p:grpSpPr>
                    <a:xfrm>
                      <a:off x="1232795" y="-1740829"/>
                      <a:ext cx="717621" cy="717392"/>
                      <a:chOff x="1483457" y="3953671"/>
                      <a:chExt cx="717621" cy="717392"/>
                    </a:xfrm>
                  </p:grpSpPr>
                  <p:sp>
                    <p:nvSpPr>
                      <p:cNvPr id="260" name="Google Shape;260;p1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5" name="Google Shape;265;p1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 name="Google Shape;266;p17"/>
                <p:cNvGrpSpPr/>
                <p:nvPr/>
              </p:nvGrpSpPr>
              <p:grpSpPr>
                <a:xfrm>
                  <a:off x="-65076" y="4623886"/>
                  <a:ext cx="699940" cy="478601"/>
                  <a:chOff x="39722" y="4349021"/>
                  <a:chExt cx="1061964" cy="726143"/>
                </a:xfrm>
              </p:grpSpPr>
              <p:grpSp>
                <p:nvGrpSpPr>
                  <p:cNvPr id="267" name="Google Shape;267;p17"/>
                  <p:cNvGrpSpPr/>
                  <p:nvPr/>
                </p:nvGrpSpPr>
                <p:grpSpPr>
                  <a:xfrm rot="2700000">
                    <a:off x="140502" y="4460924"/>
                    <a:ext cx="524584" cy="502337"/>
                    <a:chOff x="1189791" y="-1767331"/>
                    <a:chExt cx="904284" cy="865933"/>
                  </a:xfrm>
                </p:grpSpPr>
                <p:sp>
                  <p:nvSpPr>
                    <p:cNvPr id="268" name="Google Shape;268;p1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9" name="Google Shape;269;p17"/>
                    <p:cNvGrpSpPr/>
                    <p:nvPr/>
                  </p:nvGrpSpPr>
                  <p:grpSpPr>
                    <a:xfrm>
                      <a:off x="1232795" y="-1740829"/>
                      <a:ext cx="717621" cy="717392"/>
                      <a:chOff x="1483457" y="3953671"/>
                      <a:chExt cx="717621" cy="717392"/>
                    </a:xfrm>
                  </p:grpSpPr>
                  <p:sp>
                    <p:nvSpPr>
                      <p:cNvPr id="270" name="Google Shape;270;p1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5" name="Google Shape;275;p1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76" name="Google Shape;276;p17"/>
            <p:cNvGrpSpPr/>
            <p:nvPr/>
          </p:nvGrpSpPr>
          <p:grpSpPr>
            <a:xfrm rot="5400000">
              <a:off x="1147388" y="4839000"/>
              <a:ext cx="439200" cy="439100"/>
              <a:chOff x="1101075" y="2142375"/>
              <a:chExt cx="439200" cy="439100"/>
            </a:xfrm>
          </p:grpSpPr>
          <p:sp>
            <p:nvSpPr>
              <p:cNvPr id="277" name="Google Shape;277;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9" name="Google Shape;279;p17"/>
          <p:cNvGrpSpPr/>
          <p:nvPr/>
        </p:nvGrpSpPr>
        <p:grpSpPr>
          <a:xfrm>
            <a:off x="-2352525" y="-402069"/>
            <a:ext cx="5307515" cy="2438355"/>
            <a:chOff x="-2276325" y="-249669"/>
            <a:chExt cx="5307515" cy="2438355"/>
          </a:xfrm>
        </p:grpSpPr>
        <p:grpSp>
          <p:nvGrpSpPr>
            <p:cNvPr id="280" name="Google Shape;280;p17"/>
            <p:cNvGrpSpPr/>
            <p:nvPr/>
          </p:nvGrpSpPr>
          <p:grpSpPr>
            <a:xfrm rot="10800000">
              <a:off x="-1297788" y="-249669"/>
              <a:ext cx="2601921" cy="2438355"/>
              <a:chOff x="7340128" y="2866613"/>
              <a:chExt cx="2439225" cy="2438355"/>
            </a:xfrm>
          </p:grpSpPr>
          <p:sp>
            <p:nvSpPr>
              <p:cNvPr id="281" name="Google Shape;281;p17"/>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7"/>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17"/>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 name="Google Shape;284;p17"/>
            <p:cNvGrpSpPr/>
            <p:nvPr/>
          </p:nvGrpSpPr>
          <p:grpSpPr>
            <a:xfrm>
              <a:off x="-2276325" y="245976"/>
              <a:ext cx="4558967" cy="134100"/>
              <a:chOff x="796100" y="3019701"/>
              <a:chExt cx="4558967" cy="134100"/>
            </a:xfrm>
          </p:grpSpPr>
          <p:sp>
            <p:nvSpPr>
              <p:cNvPr id="285" name="Google Shape;285;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6" name="Google Shape;286;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87" name="Google Shape;287;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8" name="Google Shape;288;p17"/>
          <p:cNvGrpSpPr/>
          <p:nvPr/>
        </p:nvGrpSpPr>
        <p:grpSpPr>
          <a:xfrm>
            <a:off x="6795100" y="3095213"/>
            <a:ext cx="4558967" cy="2438355"/>
            <a:chOff x="6490300" y="2866613"/>
            <a:chExt cx="4558967" cy="2438355"/>
          </a:xfrm>
        </p:grpSpPr>
        <p:grpSp>
          <p:nvGrpSpPr>
            <p:cNvPr id="289" name="Google Shape;289;p17"/>
            <p:cNvGrpSpPr/>
            <p:nvPr/>
          </p:nvGrpSpPr>
          <p:grpSpPr>
            <a:xfrm>
              <a:off x="7340128" y="2866613"/>
              <a:ext cx="2439225" cy="2438355"/>
              <a:chOff x="7340128" y="2866613"/>
              <a:chExt cx="2439225" cy="2438355"/>
            </a:xfrm>
          </p:grpSpPr>
          <p:sp>
            <p:nvSpPr>
              <p:cNvPr id="290" name="Google Shape;290;p17"/>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 name="Google Shape;292;p17"/>
            <p:cNvGrpSpPr/>
            <p:nvPr/>
          </p:nvGrpSpPr>
          <p:grpSpPr>
            <a:xfrm rot="10800000">
              <a:off x="6490300" y="4774026"/>
              <a:ext cx="4558967" cy="134100"/>
              <a:chOff x="796100" y="3019701"/>
              <a:chExt cx="4558967" cy="134100"/>
            </a:xfrm>
          </p:grpSpPr>
          <p:sp>
            <p:nvSpPr>
              <p:cNvPr id="293" name="Google Shape;293;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94" name="Google Shape;294;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95" name="Google Shape;295;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6" name="Shape 296"/>
        <p:cNvGrpSpPr/>
        <p:nvPr/>
      </p:nvGrpSpPr>
      <p:grpSpPr>
        <a:xfrm>
          <a:off x="0" y="0"/>
          <a:ext cx="0" cy="0"/>
          <a:chOff x="0" y="0"/>
          <a:chExt cx="0" cy="0"/>
        </a:xfrm>
      </p:grpSpPr>
      <p:grpSp>
        <p:nvGrpSpPr>
          <p:cNvPr id="297" name="Google Shape;297;p18"/>
          <p:cNvGrpSpPr/>
          <p:nvPr/>
        </p:nvGrpSpPr>
        <p:grpSpPr>
          <a:xfrm rot="-8100000">
            <a:off x="-1629951" y="-1138306"/>
            <a:ext cx="3785189" cy="3043121"/>
            <a:chOff x="7103825" y="-713112"/>
            <a:chExt cx="3785226" cy="3043150"/>
          </a:xfrm>
        </p:grpSpPr>
        <p:sp>
          <p:nvSpPr>
            <p:cNvPr id="298" name="Google Shape;298;p18"/>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9" name="Google Shape;299;p18"/>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300" name="Google Shape;30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01" name="Google Shape;301;p18"/>
          <p:cNvGrpSpPr/>
          <p:nvPr/>
        </p:nvGrpSpPr>
        <p:grpSpPr>
          <a:xfrm>
            <a:off x="8106279" y="-844413"/>
            <a:ext cx="1791132" cy="2767833"/>
            <a:chOff x="8030079" y="-844413"/>
            <a:chExt cx="1791132" cy="2767833"/>
          </a:xfrm>
        </p:grpSpPr>
        <p:grpSp>
          <p:nvGrpSpPr>
            <p:cNvPr id="302" name="Google Shape;302;p18"/>
            <p:cNvGrpSpPr/>
            <p:nvPr/>
          </p:nvGrpSpPr>
          <p:grpSpPr>
            <a:xfrm rot="10800000">
              <a:off x="8566799" y="-844413"/>
              <a:ext cx="1213764" cy="2455355"/>
              <a:chOff x="-293545" y="3454371"/>
              <a:chExt cx="981772" cy="1986051"/>
            </a:xfrm>
          </p:grpSpPr>
          <p:sp>
            <p:nvSpPr>
              <p:cNvPr id="303" name="Google Shape;303;p18"/>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8"/>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5" name="Google Shape;305;p18"/>
            <p:cNvGrpSpPr/>
            <p:nvPr/>
          </p:nvGrpSpPr>
          <p:grpSpPr>
            <a:xfrm rot="10800000">
              <a:off x="8123728" y="-262212"/>
              <a:ext cx="865288" cy="591661"/>
              <a:chOff x="39722" y="4349021"/>
              <a:chExt cx="1061964" cy="726143"/>
            </a:xfrm>
          </p:grpSpPr>
          <p:grpSp>
            <p:nvGrpSpPr>
              <p:cNvPr id="306" name="Google Shape;306;p18"/>
              <p:cNvGrpSpPr/>
              <p:nvPr/>
            </p:nvGrpSpPr>
            <p:grpSpPr>
              <a:xfrm rot="2700000">
                <a:off x="140502" y="4460924"/>
                <a:ext cx="524584" cy="502337"/>
                <a:chOff x="1189791" y="-1767331"/>
                <a:chExt cx="904284" cy="865933"/>
              </a:xfrm>
            </p:grpSpPr>
            <p:sp>
              <p:nvSpPr>
                <p:cNvPr id="307" name="Google Shape;307;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 name="Google Shape;308;p18"/>
                <p:cNvGrpSpPr/>
                <p:nvPr/>
              </p:nvGrpSpPr>
              <p:grpSpPr>
                <a:xfrm>
                  <a:off x="1232795" y="-1740829"/>
                  <a:ext cx="717621" cy="717392"/>
                  <a:chOff x="1483457" y="3953671"/>
                  <a:chExt cx="717621" cy="717392"/>
                </a:xfrm>
              </p:grpSpPr>
              <p:sp>
                <p:nvSpPr>
                  <p:cNvPr id="309" name="Google Shape;309;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4" name="Google Shape;314;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18"/>
            <p:cNvGrpSpPr/>
            <p:nvPr/>
          </p:nvGrpSpPr>
          <p:grpSpPr>
            <a:xfrm rot="5400000">
              <a:off x="8338264" y="440474"/>
              <a:ext cx="1670849" cy="1295044"/>
              <a:chOff x="-2460210" y="2758493"/>
              <a:chExt cx="1351491" cy="1047516"/>
            </a:xfrm>
          </p:grpSpPr>
          <p:sp>
            <p:nvSpPr>
              <p:cNvPr id="316" name="Google Shape;316;p18"/>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18"/>
            <p:cNvGrpSpPr/>
            <p:nvPr/>
          </p:nvGrpSpPr>
          <p:grpSpPr>
            <a:xfrm rot="10800000">
              <a:off x="8030079" y="157481"/>
              <a:ext cx="865288" cy="591661"/>
              <a:chOff x="39722" y="4349021"/>
              <a:chExt cx="1061964" cy="726143"/>
            </a:xfrm>
          </p:grpSpPr>
          <p:grpSp>
            <p:nvGrpSpPr>
              <p:cNvPr id="321" name="Google Shape;321;p18"/>
              <p:cNvGrpSpPr/>
              <p:nvPr/>
            </p:nvGrpSpPr>
            <p:grpSpPr>
              <a:xfrm rot="2700000">
                <a:off x="140502" y="4460924"/>
                <a:ext cx="524584" cy="502337"/>
                <a:chOff x="1189791" y="-1767331"/>
                <a:chExt cx="904284" cy="865933"/>
              </a:xfrm>
            </p:grpSpPr>
            <p:sp>
              <p:nvSpPr>
                <p:cNvPr id="322" name="Google Shape;322;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18"/>
                <p:cNvGrpSpPr/>
                <p:nvPr/>
              </p:nvGrpSpPr>
              <p:grpSpPr>
                <a:xfrm>
                  <a:off x="1232795" y="-1740829"/>
                  <a:ext cx="717621" cy="717392"/>
                  <a:chOff x="1483457" y="3953671"/>
                  <a:chExt cx="717621" cy="717392"/>
                </a:xfrm>
              </p:grpSpPr>
              <p:sp>
                <p:nvSpPr>
                  <p:cNvPr id="324" name="Google Shape;324;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9" name="Google Shape;329;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 name="Google Shape;330;p18"/>
            <p:cNvGrpSpPr/>
            <p:nvPr/>
          </p:nvGrpSpPr>
          <p:grpSpPr>
            <a:xfrm rot="10800000">
              <a:off x="8653266" y="87645"/>
              <a:ext cx="865288" cy="591661"/>
              <a:chOff x="39722" y="4349021"/>
              <a:chExt cx="1061964" cy="726143"/>
            </a:xfrm>
          </p:grpSpPr>
          <p:grpSp>
            <p:nvGrpSpPr>
              <p:cNvPr id="331" name="Google Shape;331;p18"/>
              <p:cNvGrpSpPr/>
              <p:nvPr/>
            </p:nvGrpSpPr>
            <p:grpSpPr>
              <a:xfrm rot="2700000">
                <a:off x="140502" y="4460924"/>
                <a:ext cx="524584" cy="502337"/>
                <a:chOff x="1189791" y="-1767331"/>
                <a:chExt cx="904284" cy="865933"/>
              </a:xfrm>
            </p:grpSpPr>
            <p:sp>
              <p:nvSpPr>
                <p:cNvPr id="332" name="Google Shape;332;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3" name="Google Shape;333;p18"/>
                <p:cNvGrpSpPr/>
                <p:nvPr/>
              </p:nvGrpSpPr>
              <p:grpSpPr>
                <a:xfrm>
                  <a:off x="1232795" y="-1740829"/>
                  <a:ext cx="717621" cy="717392"/>
                  <a:chOff x="1483457" y="3953671"/>
                  <a:chExt cx="717621" cy="717392"/>
                </a:xfrm>
              </p:grpSpPr>
              <p:sp>
                <p:nvSpPr>
                  <p:cNvPr id="334" name="Google Shape;334;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9" name="Google Shape;339;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0" name="Google Shape;340;p18"/>
          <p:cNvGrpSpPr/>
          <p:nvPr/>
        </p:nvGrpSpPr>
        <p:grpSpPr>
          <a:xfrm>
            <a:off x="-1499000" y="3182553"/>
            <a:ext cx="4558967" cy="3356863"/>
            <a:chOff x="-1422800" y="3106353"/>
            <a:chExt cx="4558967" cy="3356863"/>
          </a:xfrm>
        </p:grpSpPr>
        <p:grpSp>
          <p:nvGrpSpPr>
            <p:cNvPr id="341" name="Google Shape;341;p18"/>
            <p:cNvGrpSpPr/>
            <p:nvPr/>
          </p:nvGrpSpPr>
          <p:grpSpPr>
            <a:xfrm>
              <a:off x="-474664" y="3485331"/>
              <a:ext cx="1472068" cy="2977885"/>
              <a:chOff x="-293545" y="3454371"/>
              <a:chExt cx="981772" cy="1986051"/>
            </a:xfrm>
          </p:grpSpPr>
          <p:sp>
            <p:nvSpPr>
              <p:cNvPr id="342" name="Google Shape;342;p18"/>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8"/>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18"/>
            <p:cNvGrpSpPr/>
            <p:nvPr/>
          </p:nvGrpSpPr>
          <p:grpSpPr>
            <a:xfrm>
              <a:off x="485337" y="5039978"/>
              <a:ext cx="1049539" cy="717647"/>
              <a:chOff x="39722" y="4349021"/>
              <a:chExt cx="1061964" cy="726143"/>
            </a:xfrm>
          </p:grpSpPr>
          <p:grpSp>
            <p:nvGrpSpPr>
              <p:cNvPr id="345" name="Google Shape;345;p18"/>
              <p:cNvGrpSpPr/>
              <p:nvPr/>
            </p:nvGrpSpPr>
            <p:grpSpPr>
              <a:xfrm rot="2700000">
                <a:off x="140502" y="4460924"/>
                <a:ext cx="524584" cy="502337"/>
                <a:chOff x="1189791" y="-1767331"/>
                <a:chExt cx="904284" cy="865933"/>
              </a:xfrm>
            </p:grpSpPr>
            <p:sp>
              <p:nvSpPr>
                <p:cNvPr id="346" name="Google Shape;346;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18"/>
                <p:cNvGrpSpPr/>
                <p:nvPr/>
              </p:nvGrpSpPr>
              <p:grpSpPr>
                <a:xfrm>
                  <a:off x="1232795" y="-1740829"/>
                  <a:ext cx="717621" cy="717392"/>
                  <a:chOff x="1483457" y="3953671"/>
                  <a:chExt cx="717621" cy="717392"/>
                </a:xfrm>
              </p:grpSpPr>
              <p:sp>
                <p:nvSpPr>
                  <p:cNvPr id="348" name="Google Shape;348;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3" name="Google Shape;353;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 name="Google Shape;354;p18"/>
            <p:cNvGrpSpPr/>
            <p:nvPr/>
          </p:nvGrpSpPr>
          <p:grpSpPr>
            <a:xfrm rot="5400000">
              <a:off x="-645364" y="3334243"/>
              <a:ext cx="2026426" cy="1570646"/>
              <a:chOff x="-2460210" y="2758493"/>
              <a:chExt cx="1351491" cy="1047516"/>
            </a:xfrm>
          </p:grpSpPr>
          <p:sp>
            <p:nvSpPr>
              <p:cNvPr id="355" name="Google Shape;355;p18"/>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8"/>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8"/>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 name="Google Shape;359;p18"/>
            <p:cNvGrpSpPr/>
            <p:nvPr/>
          </p:nvGrpSpPr>
          <p:grpSpPr>
            <a:xfrm>
              <a:off x="598917" y="4530969"/>
              <a:ext cx="1049539" cy="717647"/>
              <a:chOff x="39722" y="4349021"/>
              <a:chExt cx="1061964" cy="726143"/>
            </a:xfrm>
          </p:grpSpPr>
          <p:grpSp>
            <p:nvGrpSpPr>
              <p:cNvPr id="360" name="Google Shape;360;p18"/>
              <p:cNvGrpSpPr/>
              <p:nvPr/>
            </p:nvGrpSpPr>
            <p:grpSpPr>
              <a:xfrm rot="2700000">
                <a:off x="140502" y="4460924"/>
                <a:ext cx="524584" cy="502337"/>
                <a:chOff x="1189791" y="-1767331"/>
                <a:chExt cx="904284" cy="865933"/>
              </a:xfrm>
            </p:grpSpPr>
            <p:sp>
              <p:nvSpPr>
                <p:cNvPr id="361" name="Google Shape;361;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 name="Google Shape;362;p18"/>
                <p:cNvGrpSpPr/>
                <p:nvPr/>
              </p:nvGrpSpPr>
              <p:grpSpPr>
                <a:xfrm>
                  <a:off x="1232795" y="-1740829"/>
                  <a:ext cx="717621" cy="717392"/>
                  <a:chOff x="1483457" y="3953671"/>
                  <a:chExt cx="717621" cy="717392"/>
                </a:xfrm>
              </p:grpSpPr>
              <p:sp>
                <p:nvSpPr>
                  <p:cNvPr id="363" name="Google Shape;363;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8" name="Google Shape;368;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 name="Google Shape;369;p18"/>
            <p:cNvGrpSpPr/>
            <p:nvPr/>
          </p:nvGrpSpPr>
          <p:grpSpPr>
            <a:xfrm>
              <a:off x="-156893" y="4615667"/>
              <a:ext cx="1049539" cy="717647"/>
              <a:chOff x="39722" y="4349021"/>
              <a:chExt cx="1061964" cy="726143"/>
            </a:xfrm>
          </p:grpSpPr>
          <p:grpSp>
            <p:nvGrpSpPr>
              <p:cNvPr id="370" name="Google Shape;370;p18"/>
              <p:cNvGrpSpPr/>
              <p:nvPr/>
            </p:nvGrpSpPr>
            <p:grpSpPr>
              <a:xfrm rot="2700000">
                <a:off x="140502" y="4460924"/>
                <a:ext cx="524584" cy="502337"/>
                <a:chOff x="1189791" y="-1767331"/>
                <a:chExt cx="904284" cy="865933"/>
              </a:xfrm>
            </p:grpSpPr>
            <p:sp>
              <p:nvSpPr>
                <p:cNvPr id="371" name="Google Shape;371;p1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18"/>
                <p:cNvGrpSpPr/>
                <p:nvPr/>
              </p:nvGrpSpPr>
              <p:grpSpPr>
                <a:xfrm>
                  <a:off x="1232795" y="-1740829"/>
                  <a:ext cx="717621" cy="717392"/>
                  <a:chOff x="1483457" y="3953671"/>
                  <a:chExt cx="717621" cy="717392"/>
                </a:xfrm>
              </p:grpSpPr>
              <p:sp>
                <p:nvSpPr>
                  <p:cNvPr id="373" name="Google Shape;373;p1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8" name="Google Shape;378;p1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18"/>
            <p:cNvGrpSpPr/>
            <p:nvPr/>
          </p:nvGrpSpPr>
          <p:grpSpPr>
            <a:xfrm>
              <a:off x="-1422800" y="4822751"/>
              <a:ext cx="4558967" cy="134100"/>
              <a:chOff x="796100" y="3019701"/>
              <a:chExt cx="4558967" cy="134100"/>
            </a:xfrm>
          </p:grpSpPr>
          <p:sp>
            <p:nvSpPr>
              <p:cNvPr id="380" name="Google Shape;380;p1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1" name="Google Shape;381;p1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82" name="Google Shape;382;p1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3" name="Shape 383"/>
        <p:cNvGrpSpPr/>
        <p:nvPr/>
      </p:nvGrpSpPr>
      <p:grpSpPr>
        <a:xfrm>
          <a:off x="0" y="0"/>
          <a:ext cx="0" cy="0"/>
          <a:chOff x="0" y="0"/>
          <a:chExt cx="0" cy="0"/>
        </a:xfrm>
      </p:grpSpPr>
      <p:sp>
        <p:nvSpPr>
          <p:cNvPr id="384" name="Google Shape;384;p19"/>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a:spcBef>
                <a:spcPts val="0"/>
              </a:spcBef>
              <a:spcAft>
                <a:spcPts val="0"/>
              </a:spcAft>
              <a:buSzPts val="1400"/>
              <a:buAutoNum type="arabicPeriod"/>
              <a:defRPr sz="1400"/>
            </a:lvl1pPr>
            <a:lvl2pPr lvl="1">
              <a:lnSpc>
                <a:spcPct val="100000"/>
              </a:lnSpc>
              <a:spcBef>
                <a:spcPts val="0"/>
              </a:spcBef>
              <a:spcAft>
                <a:spcPts val="0"/>
              </a:spcAft>
              <a:buClr>
                <a:srgbClr val="999999"/>
              </a:buClr>
              <a:buSzPts val="800"/>
              <a:buFont typeface="Open Sans"/>
              <a:buAutoNum type="alphaLcPeriod"/>
              <a:defRPr/>
            </a:lvl2pPr>
            <a:lvl3pPr lvl="2">
              <a:lnSpc>
                <a:spcPct val="100000"/>
              </a:lnSpc>
              <a:spcBef>
                <a:spcPts val="0"/>
              </a:spcBef>
              <a:spcAft>
                <a:spcPts val="0"/>
              </a:spcAft>
              <a:buClr>
                <a:srgbClr val="999999"/>
              </a:buClr>
              <a:buSzPts val="800"/>
              <a:buFont typeface="Open Sans"/>
              <a:buAutoNum type="romanLcPeriod"/>
              <a:defRPr/>
            </a:lvl3pPr>
            <a:lvl4pPr lvl="3">
              <a:lnSpc>
                <a:spcPct val="100000"/>
              </a:lnSpc>
              <a:spcBef>
                <a:spcPts val="0"/>
              </a:spcBef>
              <a:spcAft>
                <a:spcPts val="0"/>
              </a:spcAft>
              <a:buClr>
                <a:srgbClr val="999999"/>
              </a:buClr>
              <a:buSzPts val="800"/>
              <a:buFont typeface="Open Sans"/>
              <a:buAutoNum type="arabicPeriod"/>
              <a:defRPr/>
            </a:lvl4pPr>
            <a:lvl5pPr lvl="4">
              <a:lnSpc>
                <a:spcPct val="100000"/>
              </a:lnSpc>
              <a:spcBef>
                <a:spcPts val="0"/>
              </a:spcBef>
              <a:spcAft>
                <a:spcPts val="0"/>
              </a:spcAft>
              <a:buClr>
                <a:srgbClr val="999999"/>
              </a:buClr>
              <a:buSzPts val="1200"/>
              <a:buFont typeface="Open Sans"/>
              <a:buAutoNum type="alphaLcPeriod"/>
              <a:defRPr/>
            </a:lvl5pPr>
            <a:lvl6pPr lvl="5">
              <a:lnSpc>
                <a:spcPct val="100000"/>
              </a:lnSpc>
              <a:spcBef>
                <a:spcPts val="0"/>
              </a:spcBef>
              <a:spcAft>
                <a:spcPts val="0"/>
              </a:spcAft>
              <a:buClr>
                <a:srgbClr val="999999"/>
              </a:buClr>
              <a:buSzPts val="1200"/>
              <a:buFont typeface="Open Sans"/>
              <a:buAutoNum type="romanLcPeriod"/>
              <a:defRPr/>
            </a:lvl6pPr>
            <a:lvl7pPr lvl="6">
              <a:lnSpc>
                <a:spcPct val="100000"/>
              </a:lnSpc>
              <a:spcBef>
                <a:spcPts val="0"/>
              </a:spcBef>
              <a:spcAft>
                <a:spcPts val="0"/>
              </a:spcAft>
              <a:buClr>
                <a:srgbClr val="999999"/>
              </a:buClr>
              <a:buSzPts val="700"/>
              <a:buFont typeface="Open Sans"/>
              <a:buAutoNum type="arabicPeriod"/>
              <a:defRPr/>
            </a:lvl7pPr>
            <a:lvl8pPr lvl="7">
              <a:lnSpc>
                <a:spcPct val="100000"/>
              </a:lnSpc>
              <a:spcBef>
                <a:spcPts val="0"/>
              </a:spcBef>
              <a:spcAft>
                <a:spcPts val="0"/>
              </a:spcAft>
              <a:buClr>
                <a:srgbClr val="999999"/>
              </a:buClr>
              <a:buSzPts val="700"/>
              <a:buFont typeface="Open Sans"/>
              <a:buAutoNum type="alphaLcPeriod"/>
              <a:defRPr/>
            </a:lvl8pPr>
            <a:lvl9pPr lvl="8">
              <a:lnSpc>
                <a:spcPct val="100000"/>
              </a:lnSpc>
              <a:spcBef>
                <a:spcPts val="0"/>
              </a:spcBef>
              <a:spcAft>
                <a:spcPts val="0"/>
              </a:spcAft>
              <a:buClr>
                <a:srgbClr val="999999"/>
              </a:buClr>
              <a:buSzPts val="600"/>
              <a:buFont typeface="Open Sans"/>
              <a:buAutoNum type="romanLcPeriod"/>
              <a:defRPr/>
            </a:lvl9pPr>
          </a:lstStyle>
          <a:p/>
        </p:txBody>
      </p:sp>
      <p:sp>
        <p:nvSpPr>
          <p:cNvPr id="385" name="Google Shape;38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386" name="Google Shape;386;p19"/>
          <p:cNvGrpSpPr/>
          <p:nvPr/>
        </p:nvGrpSpPr>
        <p:grpSpPr>
          <a:xfrm>
            <a:off x="8934675" y="3943438"/>
            <a:ext cx="439200" cy="439100"/>
            <a:chOff x="1101075" y="2142375"/>
            <a:chExt cx="439200" cy="439100"/>
          </a:xfrm>
        </p:grpSpPr>
        <p:sp>
          <p:nvSpPr>
            <p:cNvPr id="387" name="Google Shape;387;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19"/>
          <p:cNvGrpSpPr/>
          <p:nvPr/>
        </p:nvGrpSpPr>
        <p:grpSpPr>
          <a:xfrm>
            <a:off x="5481594" y="-3117615"/>
            <a:ext cx="5954334" cy="6142759"/>
            <a:chOff x="5329194" y="-2965215"/>
            <a:chExt cx="5954334" cy="6142759"/>
          </a:xfrm>
        </p:grpSpPr>
        <p:sp>
          <p:nvSpPr>
            <p:cNvPr id="390" name="Google Shape;390;p19"/>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 name="Google Shape;392;p19"/>
            <p:cNvGrpSpPr/>
            <p:nvPr/>
          </p:nvGrpSpPr>
          <p:grpSpPr>
            <a:xfrm rot="10800000">
              <a:off x="5710125" y="185651"/>
              <a:ext cx="4558967" cy="134100"/>
              <a:chOff x="796100" y="3019701"/>
              <a:chExt cx="4558967" cy="134100"/>
            </a:xfrm>
          </p:grpSpPr>
          <p:sp>
            <p:nvSpPr>
              <p:cNvPr id="393" name="Google Shape;393;p1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4" name="Google Shape;394;p1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95" name="Google Shape;395;p1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6" name="Google Shape;396;p19"/>
          <p:cNvGrpSpPr/>
          <p:nvPr/>
        </p:nvGrpSpPr>
        <p:grpSpPr>
          <a:xfrm flipH="1">
            <a:off x="-503516" y="3986929"/>
            <a:ext cx="5249359" cy="2992224"/>
            <a:chOff x="-258616" y="3430829"/>
            <a:chExt cx="5249359" cy="2992224"/>
          </a:xfrm>
        </p:grpSpPr>
        <p:pic>
          <p:nvPicPr>
            <p:cNvPr id="397" name="Google Shape;397;p19"/>
            <p:cNvPicPr preferRelativeResize="0"/>
            <p:nvPr/>
          </p:nvPicPr>
          <p:blipFill rotWithShape="1">
            <a:blip r:embed="rId2">
              <a:alphaModFix/>
            </a:blip>
            <a:srcRect b="26177" l="16960" r="7121" t="24718"/>
            <a:stretch/>
          </p:blipFill>
          <p:spPr>
            <a:xfrm>
              <a:off x="1070243" y="3430829"/>
              <a:ext cx="3920501" cy="2992224"/>
            </a:xfrm>
            <a:prstGeom prst="rect">
              <a:avLst/>
            </a:prstGeom>
            <a:noFill/>
            <a:ln>
              <a:noFill/>
            </a:ln>
          </p:spPr>
        </p:pic>
        <p:sp>
          <p:nvSpPr>
            <p:cNvPr id="398" name="Google Shape;398;p19"/>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9"/>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9"/>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9"/>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3" name="Google Shape;403;p19"/>
            <p:cNvGrpSpPr/>
            <p:nvPr/>
          </p:nvGrpSpPr>
          <p:grpSpPr>
            <a:xfrm>
              <a:off x="736485" y="4387072"/>
              <a:ext cx="161977" cy="161940"/>
              <a:chOff x="1101075" y="2142375"/>
              <a:chExt cx="439200" cy="439100"/>
            </a:xfrm>
          </p:grpSpPr>
          <p:sp>
            <p:nvSpPr>
              <p:cNvPr id="404" name="Google Shape;404;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 name="Google Shape;406;p19"/>
            <p:cNvGrpSpPr/>
            <p:nvPr/>
          </p:nvGrpSpPr>
          <p:grpSpPr>
            <a:xfrm rot="10800000">
              <a:off x="2118901" y="4805293"/>
              <a:ext cx="161977" cy="161940"/>
              <a:chOff x="1101075" y="2142375"/>
              <a:chExt cx="439200" cy="439100"/>
            </a:xfrm>
          </p:grpSpPr>
          <p:sp>
            <p:nvSpPr>
              <p:cNvPr id="407" name="Google Shape;407;p1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9" name="Shape 409"/>
        <p:cNvGrpSpPr/>
        <p:nvPr/>
      </p:nvGrpSpPr>
      <p:grpSpPr>
        <a:xfrm>
          <a:off x="0" y="0"/>
          <a:ext cx="0" cy="0"/>
          <a:chOff x="0" y="0"/>
          <a:chExt cx="0" cy="0"/>
        </a:xfrm>
      </p:grpSpPr>
      <p:sp>
        <p:nvSpPr>
          <p:cNvPr id="410" name="Google Shape;410;p20"/>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11" name="Google Shape;411;p20"/>
          <p:cNvGrpSpPr/>
          <p:nvPr/>
        </p:nvGrpSpPr>
        <p:grpSpPr>
          <a:xfrm>
            <a:off x="6475811" y="-1541623"/>
            <a:ext cx="2583360" cy="2409685"/>
            <a:chOff x="6475811" y="-1541623"/>
            <a:chExt cx="2583360" cy="2409685"/>
          </a:xfrm>
        </p:grpSpPr>
        <p:grpSp>
          <p:nvGrpSpPr>
            <p:cNvPr id="412" name="Google Shape;412;p20"/>
            <p:cNvGrpSpPr/>
            <p:nvPr/>
          </p:nvGrpSpPr>
          <p:grpSpPr>
            <a:xfrm rot="-5400000">
              <a:off x="5879041" y="-944853"/>
              <a:ext cx="2133442" cy="939904"/>
              <a:chOff x="-149984" y="3754784"/>
              <a:chExt cx="2133442" cy="939904"/>
            </a:xfrm>
          </p:grpSpPr>
          <p:sp>
            <p:nvSpPr>
              <p:cNvPr id="413" name="Google Shape;413;p20"/>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0"/>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 name="Google Shape;415;p20"/>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 name="Google Shape;417;p20"/>
            <p:cNvGrpSpPr/>
            <p:nvPr/>
          </p:nvGrpSpPr>
          <p:grpSpPr>
            <a:xfrm>
              <a:off x="7741638" y="-258450"/>
              <a:ext cx="439200" cy="439100"/>
              <a:chOff x="1101075" y="2142375"/>
              <a:chExt cx="439200" cy="439100"/>
            </a:xfrm>
          </p:grpSpPr>
          <p:sp>
            <p:nvSpPr>
              <p:cNvPr id="418" name="Google Shape;418;p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0" name="Shape 420"/>
        <p:cNvGrpSpPr/>
        <p:nvPr/>
      </p:nvGrpSpPr>
      <p:grpSpPr>
        <a:xfrm>
          <a:off x="0" y="0"/>
          <a:ext cx="0" cy="0"/>
          <a:chOff x="0" y="0"/>
          <a:chExt cx="0" cy="0"/>
        </a:xfrm>
      </p:grpSpPr>
      <p:sp>
        <p:nvSpPr>
          <p:cNvPr id="421" name="Google Shape;421;p21"/>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2" name="Google Shape;422;p21"/>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a:spcBef>
                <a:spcPts val="0"/>
              </a:spcBef>
              <a:spcAft>
                <a:spcPts val="0"/>
              </a:spcAft>
              <a:buSzPts val="800"/>
              <a:buFont typeface="Open Sans"/>
              <a:buChar char="●"/>
              <a:defRPr/>
            </a:lvl1pPr>
            <a:lvl2pPr lvl="1" algn="ctr">
              <a:lnSpc>
                <a:spcPct val="100000"/>
              </a:lnSpc>
              <a:spcBef>
                <a:spcPts val="0"/>
              </a:spcBef>
              <a:spcAft>
                <a:spcPts val="0"/>
              </a:spcAft>
              <a:buSzPts val="800"/>
              <a:buFont typeface="Open Sans"/>
              <a:buChar char="○"/>
              <a:defRPr/>
            </a:lvl2pPr>
            <a:lvl3pPr lvl="2" algn="ctr">
              <a:lnSpc>
                <a:spcPct val="100000"/>
              </a:lnSpc>
              <a:spcBef>
                <a:spcPts val="0"/>
              </a:spcBef>
              <a:spcAft>
                <a:spcPts val="0"/>
              </a:spcAft>
              <a:buSzPts val="800"/>
              <a:buFont typeface="Open Sans"/>
              <a:buChar char="■"/>
              <a:defRPr/>
            </a:lvl3pPr>
            <a:lvl4pPr lvl="3" algn="ctr">
              <a:lnSpc>
                <a:spcPct val="100000"/>
              </a:lnSpc>
              <a:spcBef>
                <a:spcPts val="0"/>
              </a:spcBef>
              <a:spcAft>
                <a:spcPts val="0"/>
              </a:spcAft>
              <a:buSzPts val="800"/>
              <a:buFont typeface="Open Sans"/>
              <a:buChar char="●"/>
              <a:defRPr/>
            </a:lvl4pPr>
            <a:lvl5pPr lvl="4" algn="ctr">
              <a:lnSpc>
                <a:spcPct val="100000"/>
              </a:lnSpc>
              <a:spcBef>
                <a:spcPts val="0"/>
              </a:spcBef>
              <a:spcAft>
                <a:spcPts val="0"/>
              </a:spcAft>
              <a:buSzPts val="1200"/>
              <a:buFont typeface="Open Sans"/>
              <a:buChar char="○"/>
              <a:defRPr/>
            </a:lvl5pPr>
            <a:lvl6pPr lvl="5" algn="ctr">
              <a:lnSpc>
                <a:spcPct val="100000"/>
              </a:lnSpc>
              <a:spcBef>
                <a:spcPts val="0"/>
              </a:spcBef>
              <a:spcAft>
                <a:spcPts val="0"/>
              </a:spcAft>
              <a:buSzPts val="1200"/>
              <a:buFont typeface="Open Sans"/>
              <a:buChar char="■"/>
              <a:defRPr/>
            </a:lvl6pPr>
            <a:lvl7pPr lvl="6" algn="ctr">
              <a:lnSpc>
                <a:spcPct val="100000"/>
              </a:lnSpc>
              <a:spcBef>
                <a:spcPts val="0"/>
              </a:spcBef>
              <a:spcAft>
                <a:spcPts val="0"/>
              </a:spcAft>
              <a:buSzPts val="700"/>
              <a:buFont typeface="Open Sans"/>
              <a:buChar char="●"/>
              <a:defRPr/>
            </a:lvl7pPr>
            <a:lvl8pPr lvl="7" algn="ctr">
              <a:lnSpc>
                <a:spcPct val="100000"/>
              </a:lnSpc>
              <a:spcBef>
                <a:spcPts val="0"/>
              </a:spcBef>
              <a:spcAft>
                <a:spcPts val="0"/>
              </a:spcAft>
              <a:buSzPts val="700"/>
              <a:buFont typeface="Open Sans"/>
              <a:buChar char="○"/>
              <a:defRPr/>
            </a:lvl8pPr>
            <a:lvl9pPr lvl="8" algn="ctr">
              <a:lnSpc>
                <a:spcPct val="100000"/>
              </a:lnSpc>
              <a:spcBef>
                <a:spcPts val="0"/>
              </a:spcBef>
              <a:spcAft>
                <a:spcPts val="0"/>
              </a:spcAft>
              <a:buSzPts val="600"/>
              <a:buFont typeface="Open Sans"/>
              <a:buChar char="■"/>
              <a:defRPr/>
            </a:lvl9pPr>
          </a:lstStyle>
          <a:p/>
        </p:txBody>
      </p:sp>
      <p:sp>
        <p:nvSpPr>
          <p:cNvPr id="423" name="Google Shape;423;p21"/>
          <p:cNvSpPr/>
          <p:nvPr>
            <p:ph idx="2" type="pic"/>
          </p:nvPr>
        </p:nvSpPr>
        <p:spPr>
          <a:xfrm>
            <a:off x="4135800" y="539500"/>
            <a:ext cx="4295100" cy="4069200"/>
          </a:xfrm>
          <a:prstGeom prst="snip1Rect">
            <a:avLst>
              <a:gd fmla="val 16667" name="adj"/>
            </a:avLst>
          </a:prstGeom>
          <a:noFill/>
          <a:ln>
            <a:noFill/>
          </a:ln>
        </p:spPr>
      </p:sp>
      <p:grpSp>
        <p:nvGrpSpPr>
          <p:cNvPr id="424" name="Google Shape;424;p21"/>
          <p:cNvGrpSpPr/>
          <p:nvPr/>
        </p:nvGrpSpPr>
        <p:grpSpPr>
          <a:xfrm>
            <a:off x="-2393465" y="-1635538"/>
            <a:ext cx="4710415" cy="5344655"/>
            <a:chOff x="-2317265" y="-1559338"/>
            <a:chExt cx="4710415" cy="5344655"/>
          </a:xfrm>
        </p:grpSpPr>
        <p:pic>
          <p:nvPicPr>
            <p:cNvPr id="425" name="Google Shape;425;p21"/>
            <p:cNvPicPr preferRelativeResize="0"/>
            <p:nvPr/>
          </p:nvPicPr>
          <p:blipFill rotWithShape="1">
            <a:blip r:embed="rId2">
              <a:alphaModFix/>
            </a:blip>
            <a:srcRect b="26177" l="16960" r="7121" t="24718"/>
            <a:stretch/>
          </p:blipFill>
          <p:spPr>
            <a:xfrm>
              <a:off x="-2317265" y="-1559338"/>
              <a:ext cx="3920501" cy="2992224"/>
            </a:xfrm>
            <a:prstGeom prst="rect">
              <a:avLst/>
            </a:prstGeom>
            <a:noFill/>
            <a:ln>
              <a:noFill/>
            </a:ln>
          </p:spPr>
        </p:pic>
        <p:grpSp>
          <p:nvGrpSpPr>
            <p:cNvPr id="426" name="Google Shape;426;p21"/>
            <p:cNvGrpSpPr/>
            <p:nvPr/>
          </p:nvGrpSpPr>
          <p:grpSpPr>
            <a:xfrm>
              <a:off x="-1322674" y="-1333888"/>
              <a:ext cx="3153315" cy="5119205"/>
              <a:chOff x="6643701" y="816087"/>
              <a:chExt cx="3153315" cy="5119205"/>
            </a:xfrm>
          </p:grpSpPr>
          <p:sp>
            <p:nvSpPr>
              <p:cNvPr id="427" name="Google Shape;427;p21"/>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21"/>
              <p:cNvGrpSpPr/>
              <p:nvPr/>
            </p:nvGrpSpPr>
            <p:grpSpPr>
              <a:xfrm>
                <a:off x="8671986" y="2443197"/>
                <a:ext cx="134004" cy="134004"/>
                <a:chOff x="8356813" y="1074288"/>
                <a:chExt cx="351900" cy="351900"/>
              </a:xfrm>
            </p:grpSpPr>
            <p:sp>
              <p:nvSpPr>
                <p:cNvPr id="429" name="Google Shape;429;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21"/>
              <p:cNvGrpSpPr/>
              <p:nvPr/>
            </p:nvGrpSpPr>
            <p:grpSpPr>
              <a:xfrm>
                <a:off x="7678536" y="3129397"/>
                <a:ext cx="134004" cy="134004"/>
                <a:chOff x="8356813" y="1074288"/>
                <a:chExt cx="351900" cy="351900"/>
              </a:xfrm>
            </p:grpSpPr>
            <p:sp>
              <p:nvSpPr>
                <p:cNvPr id="432" name="Google Shape;432;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 name="Google Shape;434;p21"/>
              <p:cNvGrpSpPr/>
              <p:nvPr/>
            </p:nvGrpSpPr>
            <p:grpSpPr>
              <a:xfrm>
                <a:off x="8062611" y="3503222"/>
                <a:ext cx="134004" cy="134004"/>
                <a:chOff x="8356813" y="1074288"/>
                <a:chExt cx="351900" cy="351900"/>
              </a:xfrm>
            </p:grpSpPr>
            <p:sp>
              <p:nvSpPr>
                <p:cNvPr id="435" name="Google Shape;435;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7" name="Google Shape;437;p21"/>
            <p:cNvGrpSpPr/>
            <p:nvPr/>
          </p:nvGrpSpPr>
          <p:grpSpPr>
            <a:xfrm>
              <a:off x="121568" y="-846844"/>
              <a:ext cx="88151" cy="2151709"/>
              <a:chOff x="3054755" y="4367024"/>
              <a:chExt cx="88142" cy="1137387"/>
            </a:xfrm>
          </p:grpSpPr>
          <p:sp>
            <p:nvSpPr>
              <p:cNvPr id="438" name="Google Shape;438;p21"/>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1"/>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 name="Google Shape;440;p21"/>
            <p:cNvGrpSpPr/>
            <p:nvPr/>
          </p:nvGrpSpPr>
          <p:grpSpPr>
            <a:xfrm>
              <a:off x="361243" y="-718832"/>
              <a:ext cx="88151" cy="2151709"/>
              <a:chOff x="3054755" y="4367024"/>
              <a:chExt cx="88142" cy="1137387"/>
            </a:xfrm>
          </p:grpSpPr>
          <p:sp>
            <p:nvSpPr>
              <p:cNvPr id="441" name="Google Shape;441;p21"/>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1"/>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 name="Google Shape;443;p21"/>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 name="Google Shape;444;p21"/>
            <p:cNvGrpSpPr/>
            <p:nvPr/>
          </p:nvGrpSpPr>
          <p:grpSpPr>
            <a:xfrm>
              <a:off x="-175967" y="337269"/>
              <a:ext cx="480890" cy="481200"/>
              <a:chOff x="959750" y="3039275"/>
              <a:chExt cx="582050" cy="582425"/>
            </a:xfrm>
          </p:grpSpPr>
          <p:sp>
            <p:nvSpPr>
              <p:cNvPr id="445" name="Google Shape;445;p21"/>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1"/>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1"/>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1"/>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1"/>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1"/>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2" name="Google Shape;452;p21"/>
          <p:cNvGrpSpPr/>
          <p:nvPr/>
        </p:nvGrpSpPr>
        <p:grpSpPr>
          <a:xfrm>
            <a:off x="6719910" y="2898312"/>
            <a:ext cx="3920501" cy="3213899"/>
            <a:chOff x="6643710" y="2822113"/>
            <a:chExt cx="3920501" cy="3213899"/>
          </a:xfrm>
        </p:grpSpPr>
        <p:sp>
          <p:nvSpPr>
            <p:cNvPr id="453" name="Google Shape;453;p21"/>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 name="Google Shape;454;p21"/>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grpSp>
          <p:nvGrpSpPr>
            <p:cNvPr id="455" name="Google Shape;455;p21"/>
            <p:cNvGrpSpPr/>
            <p:nvPr/>
          </p:nvGrpSpPr>
          <p:grpSpPr>
            <a:xfrm>
              <a:off x="8671987" y="3471620"/>
              <a:ext cx="699928" cy="1651024"/>
              <a:chOff x="8337812" y="3492483"/>
              <a:chExt cx="699928" cy="1651024"/>
            </a:xfrm>
          </p:grpSpPr>
          <p:sp>
            <p:nvSpPr>
              <p:cNvPr id="456" name="Google Shape;456;p21"/>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1"/>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1"/>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 name="Google Shape;459;p21"/>
            <p:cNvGrpSpPr/>
            <p:nvPr/>
          </p:nvGrpSpPr>
          <p:grpSpPr>
            <a:xfrm>
              <a:off x="8279400" y="4281138"/>
              <a:ext cx="904666" cy="726121"/>
              <a:chOff x="7945225" y="4302000"/>
              <a:chExt cx="904666" cy="726121"/>
            </a:xfrm>
          </p:grpSpPr>
          <p:sp>
            <p:nvSpPr>
              <p:cNvPr id="460" name="Google Shape;460;p2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2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3" name="Google Shape;463;p21"/>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 name="Google Shape;465;p21"/>
          <p:cNvGrpSpPr/>
          <p:nvPr/>
        </p:nvGrpSpPr>
        <p:grpSpPr>
          <a:xfrm>
            <a:off x="-1953175" y="4816451"/>
            <a:ext cx="4558967" cy="134100"/>
            <a:chOff x="796100" y="3019701"/>
            <a:chExt cx="4558967" cy="134100"/>
          </a:xfrm>
        </p:grpSpPr>
        <p:sp>
          <p:nvSpPr>
            <p:cNvPr id="466" name="Google Shape;466;p2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7" name="Google Shape;467;p2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68" name="Google Shape;468;p2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9" name="Shape 469"/>
        <p:cNvGrpSpPr/>
        <p:nvPr/>
      </p:nvGrpSpPr>
      <p:grpSpPr>
        <a:xfrm>
          <a:off x="0" y="0"/>
          <a:ext cx="0" cy="0"/>
          <a:chOff x="0" y="0"/>
          <a:chExt cx="0" cy="0"/>
        </a:xfrm>
      </p:grpSpPr>
      <p:sp>
        <p:nvSpPr>
          <p:cNvPr id="470" name="Google Shape;470;p22"/>
          <p:cNvSpPr/>
          <p:nvPr>
            <p:ph idx="2" type="pic"/>
          </p:nvPr>
        </p:nvSpPr>
        <p:spPr>
          <a:xfrm>
            <a:off x="0" y="0"/>
            <a:ext cx="9144000" cy="5143500"/>
          </a:xfrm>
          <a:prstGeom prst="rect">
            <a:avLst/>
          </a:prstGeom>
          <a:noFill/>
          <a:ln>
            <a:noFill/>
          </a:ln>
        </p:spPr>
      </p:sp>
      <p:sp>
        <p:nvSpPr>
          <p:cNvPr id="471" name="Google Shape;471;p22"/>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sz="25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2" name="Shape 472"/>
        <p:cNvGrpSpPr/>
        <p:nvPr/>
      </p:nvGrpSpPr>
      <p:grpSpPr>
        <a:xfrm>
          <a:off x="0" y="0"/>
          <a:ext cx="0" cy="0"/>
          <a:chOff x="0" y="0"/>
          <a:chExt cx="0" cy="0"/>
        </a:xfrm>
      </p:grpSpPr>
      <p:sp>
        <p:nvSpPr>
          <p:cNvPr id="473" name="Google Shape;473;p23"/>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74" name="Google Shape;474;p23"/>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475" name="Google Shape;475;p23"/>
          <p:cNvGrpSpPr/>
          <p:nvPr/>
        </p:nvGrpSpPr>
        <p:grpSpPr>
          <a:xfrm>
            <a:off x="-889904" y="4083136"/>
            <a:ext cx="4477057" cy="2336436"/>
            <a:chOff x="-889904" y="4006936"/>
            <a:chExt cx="4477057" cy="2336436"/>
          </a:xfrm>
        </p:grpSpPr>
        <p:grpSp>
          <p:nvGrpSpPr>
            <p:cNvPr id="476" name="Google Shape;476;p23"/>
            <p:cNvGrpSpPr/>
            <p:nvPr/>
          </p:nvGrpSpPr>
          <p:grpSpPr>
            <a:xfrm>
              <a:off x="-889904" y="4006936"/>
              <a:ext cx="4477057" cy="2336436"/>
              <a:chOff x="-900729" y="3974486"/>
              <a:chExt cx="4477057" cy="2336436"/>
            </a:xfrm>
          </p:grpSpPr>
          <p:sp>
            <p:nvSpPr>
              <p:cNvPr id="477" name="Google Shape;477;p23"/>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3"/>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9" name="Google Shape;479;p23"/>
              <p:cNvGrpSpPr/>
              <p:nvPr/>
            </p:nvGrpSpPr>
            <p:grpSpPr>
              <a:xfrm>
                <a:off x="63440" y="4608566"/>
                <a:ext cx="496803" cy="497084"/>
                <a:chOff x="3678700" y="407275"/>
                <a:chExt cx="708100" cy="708500"/>
              </a:xfrm>
            </p:grpSpPr>
            <p:sp>
              <p:nvSpPr>
                <p:cNvPr id="480" name="Google Shape;480;p2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 name="Google Shape;487;p23"/>
              <p:cNvGrpSpPr/>
              <p:nvPr/>
            </p:nvGrpSpPr>
            <p:grpSpPr>
              <a:xfrm>
                <a:off x="464815" y="4608566"/>
                <a:ext cx="496803" cy="497084"/>
                <a:chOff x="3678700" y="407275"/>
                <a:chExt cx="708100" cy="708500"/>
              </a:xfrm>
            </p:grpSpPr>
            <p:sp>
              <p:nvSpPr>
                <p:cNvPr id="488" name="Google Shape;488;p2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5" name="Google Shape;495;p23"/>
            <p:cNvGrpSpPr/>
            <p:nvPr/>
          </p:nvGrpSpPr>
          <p:grpSpPr>
            <a:xfrm rot="5400000">
              <a:off x="1017275" y="4934200"/>
              <a:ext cx="439200" cy="439100"/>
              <a:chOff x="1101075" y="2142375"/>
              <a:chExt cx="439200" cy="439100"/>
            </a:xfrm>
          </p:grpSpPr>
          <p:sp>
            <p:nvSpPr>
              <p:cNvPr id="496" name="Google Shape;496;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8" name="Google Shape;498;p23"/>
          <p:cNvGrpSpPr/>
          <p:nvPr/>
        </p:nvGrpSpPr>
        <p:grpSpPr>
          <a:xfrm>
            <a:off x="-2613417" y="-2882410"/>
            <a:ext cx="8164418" cy="6343459"/>
            <a:chOff x="-2613417" y="-2806210"/>
            <a:chExt cx="8164418" cy="6343459"/>
          </a:xfrm>
        </p:grpSpPr>
        <p:grpSp>
          <p:nvGrpSpPr>
            <p:cNvPr id="499" name="Google Shape;499;p23"/>
            <p:cNvGrpSpPr/>
            <p:nvPr/>
          </p:nvGrpSpPr>
          <p:grpSpPr>
            <a:xfrm>
              <a:off x="-191059" y="95963"/>
              <a:ext cx="1538562" cy="971589"/>
              <a:chOff x="-191059" y="95963"/>
              <a:chExt cx="1538562" cy="971589"/>
            </a:xfrm>
          </p:grpSpPr>
          <p:grpSp>
            <p:nvGrpSpPr>
              <p:cNvPr id="500" name="Google Shape;500;p23"/>
              <p:cNvGrpSpPr/>
              <p:nvPr/>
            </p:nvGrpSpPr>
            <p:grpSpPr>
              <a:xfrm>
                <a:off x="-191059" y="201619"/>
                <a:ext cx="904284" cy="865933"/>
                <a:chOff x="2038491" y="-937756"/>
                <a:chExt cx="904284" cy="865933"/>
              </a:xfrm>
            </p:grpSpPr>
            <p:grpSp>
              <p:nvGrpSpPr>
                <p:cNvPr id="501" name="Google Shape;501;p23"/>
                <p:cNvGrpSpPr/>
                <p:nvPr/>
              </p:nvGrpSpPr>
              <p:grpSpPr>
                <a:xfrm>
                  <a:off x="2096570" y="-863491"/>
                  <a:ext cx="717621" cy="717392"/>
                  <a:chOff x="1483457" y="3953671"/>
                  <a:chExt cx="717621" cy="717392"/>
                </a:xfrm>
              </p:grpSpPr>
              <p:sp>
                <p:nvSpPr>
                  <p:cNvPr id="502" name="Google Shape;502;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 name="Google Shape;507;p23"/>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23"/>
              <p:cNvGrpSpPr/>
              <p:nvPr/>
            </p:nvGrpSpPr>
            <p:grpSpPr>
              <a:xfrm>
                <a:off x="584533" y="95963"/>
                <a:ext cx="473483" cy="453403"/>
                <a:chOff x="2038491" y="-937756"/>
                <a:chExt cx="904284" cy="865933"/>
              </a:xfrm>
            </p:grpSpPr>
            <p:grpSp>
              <p:nvGrpSpPr>
                <p:cNvPr id="509" name="Google Shape;509;p23"/>
                <p:cNvGrpSpPr/>
                <p:nvPr/>
              </p:nvGrpSpPr>
              <p:grpSpPr>
                <a:xfrm>
                  <a:off x="2096570" y="-863491"/>
                  <a:ext cx="717621" cy="717392"/>
                  <a:chOff x="1483457" y="3953671"/>
                  <a:chExt cx="717621" cy="717392"/>
                </a:xfrm>
              </p:grpSpPr>
              <p:sp>
                <p:nvSpPr>
                  <p:cNvPr id="510" name="Google Shape;510;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5" name="Google Shape;515;p23"/>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 name="Google Shape;516;p23"/>
              <p:cNvGrpSpPr/>
              <p:nvPr/>
            </p:nvGrpSpPr>
            <p:grpSpPr>
              <a:xfrm>
                <a:off x="530445" y="481913"/>
                <a:ext cx="473483" cy="453403"/>
                <a:chOff x="2038491" y="-937756"/>
                <a:chExt cx="904284" cy="865933"/>
              </a:xfrm>
            </p:grpSpPr>
            <p:grpSp>
              <p:nvGrpSpPr>
                <p:cNvPr id="517" name="Google Shape;517;p23"/>
                <p:cNvGrpSpPr/>
                <p:nvPr/>
              </p:nvGrpSpPr>
              <p:grpSpPr>
                <a:xfrm>
                  <a:off x="2096570" y="-863491"/>
                  <a:ext cx="717621" cy="717392"/>
                  <a:chOff x="1483457" y="3953671"/>
                  <a:chExt cx="717621" cy="717392"/>
                </a:xfrm>
              </p:grpSpPr>
              <p:sp>
                <p:nvSpPr>
                  <p:cNvPr id="518" name="Google Shape;518;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3" name="Google Shape;523;p23"/>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 name="Google Shape;524;p23"/>
              <p:cNvGrpSpPr/>
              <p:nvPr/>
            </p:nvGrpSpPr>
            <p:grpSpPr>
              <a:xfrm>
                <a:off x="874020" y="312788"/>
                <a:ext cx="473483" cy="453403"/>
                <a:chOff x="2038491" y="-937756"/>
                <a:chExt cx="904284" cy="865933"/>
              </a:xfrm>
            </p:grpSpPr>
            <p:grpSp>
              <p:nvGrpSpPr>
                <p:cNvPr id="525" name="Google Shape;525;p23"/>
                <p:cNvGrpSpPr/>
                <p:nvPr/>
              </p:nvGrpSpPr>
              <p:grpSpPr>
                <a:xfrm>
                  <a:off x="2096570" y="-863491"/>
                  <a:ext cx="717621" cy="717392"/>
                  <a:chOff x="1483457" y="3953671"/>
                  <a:chExt cx="717621" cy="717392"/>
                </a:xfrm>
              </p:grpSpPr>
              <p:sp>
                <p:nvSpPr>
                  <p:cNvPr id="526" name="Google Shape;526;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1" name="Google Shape;531;p23"/>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2" name="Google Shape;532;p23"/>
            <p:cNvGrpSpPr/>
            <p:nvPr/>
          </p:nvGrpSpPr>
          <p:grpSpPr>
            <a:xfrm rot="-7479050">
              <a:off x="-2051246" y="-1642948"/>
              <a:ext cx="4889863" cy="3931229"/>
              <a:chOff x="7103825" y="-713112"/>
              <a:chExt cx="3785226" cy="3043150"/>
            </a:xfrm>
          </p:grpSpPr>
          <p:sp>
            <p:nvSpPr>
              <p:cNvPr id="533" name="Google Shape;533;p23"/>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4" name="Google Shape;534;p23"/>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535" name="Google Shape;535;p23"/>
            <p:cNvGrpSpPr/>
            <p:nvPr/>
          </p:nvGrpSpPr>
          <p:grpSpPr>
            <a:xfrm>
              <a:off x="-640220" y="-2653973"/>
              <a:ext cx="6191222" cy="6191222"/>
              <a:chOff x="-640220" y="-2502423"/>
              <a:chExt cx="6191222" cy="6191222"/>
            </a:xfrm>
          </p:grpSpPr>
          <p:sp>
            <p:nvSpPr>
              <p:cNvPr id="536" name="Google Shape;536;p23"/>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3"/>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538" name="Shape 538"/>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539" name="Shape 539"/>
        <p:cNvGrpSpPr/>
        <p:nvPr/>
      </p:nvGrpSpPr>
      <p:grpSpPr>
        <a:xfrm>
          <a:off x="0" y="0"/>
          <a:ext cx="0" cy="0"/>
          <a:chOff x="0" y="0"/>
          <a:chExt cx="0" cy="0"/>
        </a:xfrm>
      </p:grpSpPr>
      <p:sp>
        <p:nvSpPr>
          <p:cNvPr id="540" name="Google Shape;54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541" name="Google Shape;541;p25"/>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2" name="Google Shape;542;p25"/>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3" name="Google Shape;543;p25"/>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4" name="Google Shape;544;p25"/>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5" name="Google Shape;545;p25"/>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6" name="Google Shape;546;p25"/>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7" name="Google Shape;547;p25"/>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8" name="Google Shape;548;p25"/>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49" name="Google Shape;549;p25"/>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50" name="Google Shape;550;p25"/>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51" name="Google Shape;551;p25"/>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2" name="Google Shape;552;p25"/>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53" name="Google Shape;553;p25"/>
          <p:cNvGrpSpPr/>
          <p:nvPr/>
        </p:nvGrpSpPr>
        <p:grpSpPr>
          <a:xfrm>
            <a:off x="-808923" y="2711465"/>
            <a:ext cx="2097951" cy="3309497"/>
            <a:chOff x="-656523" y="2711465"/>
            <a:chExt cx="2097951" cy="3309497"/>
          </a:xfrm>
        </p:grpSpPr>
        <p:sp>
          <p:nvSpPr>
            <p:cNvPr id="554" name="Google Shape;554;p25"/>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5" name="Google Shape;555;p25"/>
            <p:cNvGrpSpPr/>
            <p:nvPr/>
          </p:nvGrpSpPr>
          <p:grpSpPr>
            <a:xfrm>
              <a:off x="323479" y="4682324"/>
              <a:ext cx="328346" cy="328531"/>
              <a:chOff x="3678700" y="407275"/>
              <a:chExt cx="708100" cy="708500"/>
            </a:xfrm>
          </p:grpSpPr>
          <p:sp>
            <p:nvSpPr>
              <p:cNvPr id="556" name="Google Shape;556;p2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2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 name="Google Shape;563;p25"/>
            <p:cNvGrpSpPr/>
            <p:nvPr/>
          </p:nvGrpSpPr>
          <p:grpSpPr>
            <a:xfrm>
              <a:off x="-541317" y="2711465"/>
              <a:ext cx="1117945" cy="1598547"/>
              <a:chOff x="-541317" y="2711465"/>
              <a:chExt cx="1117945" cy="1598547"/>
            </a:xfrm>
          </p:grpSpPr>
          <p:sp>
            <p:nvSpPr>
              <p:cNvPr id="564" name="Google Shape;564;p25"/>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25"/>
              <p:cNvGrpSpPr/>
              <p:nvPr/>
            </p:nvGrpSpPr>
            <p:grpSpPr>
              <a:xfrm>
                <a:off x="442584" y="4120912"/>
                <a:ext cx="134044" cy="134013"/>
                <a:chOff x="1101075" y="2142375"/>
                <a:chExt cx="439200" cy="439100"/>
              </a:xfrm>
            </p:grpSpPr>
            <p:sp>
              <p:nvSpPr>
                <p:cNvPr id="566" name="Google Shape;566;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8" name="Google Shape;568;p25"/>
            <p:cNvGrpSpPr/>
            <p:nvPr/>
          </p:nvGrpSpPr>
          <p:grpSpPr>
            <a:xfrm rot="-9080766">
              <a:off x="-341725" y="3731687"/>
              <a:ext cx="1117904" cy="1598488"/>
              <a:chOff x="-541317" y="2711465"/>
              <a:chExt cx="1117945" cy="1598547"/>
            </a:xfrm>
          </p:grpSpPr>
          <p:sp>
            <p:nvSpPr>
              <p:cNvPr id="569" name="Google Shape;569;p25"/>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0" name="Google Shape;570;p25"/>
              <p:cNvGrpSpPr/>
              <p:nvPr/>
            </p:nvGrpSpPr>
            <p:grpSpPr>
              <a:xfrm>
                <a:off x="442584" y="4120912"/>
                <a:ext cx="134044" cy="134013"/>
                <a:chOff x="1101075" y="2142375"/>
                <a:chExt cx="439200" cy="439100"/>
              </a:xfrm>
            </p:grpSpPr>
            <p:sp>
              <p:nvSpPr>
                <p:cNvPr id="571" name="Google Shape;57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3" name="Google Shape;573;p25"/>
            <p:cNvGrpSpPr/>
            <p:nvPr/>
          </p:nvGrpSpPr>
          <p:grpSpPr>
            <a:xfrm rot="10800000">
              <a:off x="323483" y="4422415"/>
              <a:ext cx="1117945" cy="1598547"/>
              <a:chOff x="-541317" y="2711465"/>
              <a:chExt cx="1117945" cy="1598547"/>
            </a:xfrm>
          </p:grpSpPr>
          <p:sp>
            <p:nvSpPr>
              <p:cNvPr id="574" name="Google Shape;574;p25"/>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 name="Google Shape;575;p25"/>
              <p:cNvGrpSpPr/>
              <p:nvPr/>
            </p:nvGrpSpPr>
            <p:grpSpPr>
              <a:xfrm>
                <a:off x="442584" y="4120912"/>
                <a:ext cx="134044" cy="134013"/>
                <a:chOff x="1101075" y="2142375"/>
                <a:chExt cx="439200" cy="439100"/>
              </a:xfrm>
            </p:grpSpPr>
            <p:sp>
              <p:nvSpPr>
                <p:cNvPr id="576" name="Google Shape;576;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78" name="Google Shape;578;p25"/>
          <p:cNvGrpSpPr/>
          <p:nvPr/>
        </p:nvGrpSpPr>
        <p:grpSpPr>
          <a:xfrm>
            <a:off x="6470875" y="-1735180"/>
            <a:ext cx="4257000" cy="4171657"/>
            <a:chOff x="6394675" y="-1658980"/>
            <a:chExt cx="4257000" cy="4171657"/>
          </a:xfrm>
        </p:grpSpPr>
        <p:grpSp>
          <p:nvGrpSpPr>
            <p:cNvPr id="579" name="Google Shape;579;p25"/>
            <p:cNvGrpSpPr/>
            <p:nvPr/>
          </p:nvGrpSpPr>
          <p:grpSpPr>
            <a:xfrm flipH="1" rot="-2700000">
              <a:off x="7289785" y="-1246897"/>
              <a:ext cx="2552124" cy="3347490"/>
              <a:chOff x="2976325" y="908175"/>
              <a:chExt cx="4028179" cy="5283555"/>
            </a:xfrm>
          </p:grpSpPr>
          <p:sp>
            <p:nvSpPr>
              <p:cNvPr id="580" name="Google Shape;580;p2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2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25"/>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25"/>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25"/>
          <p:cNvGrpSpPr/>
          <p:nvPr/>
        </p:nvGrpSpPr>
        <p:grpSpPr>
          <a:xfrm>
            <a:off x="-113888" y="229201"/>
            <a:ext cx="1891393" cy="134100"/>
            <a:chOff x="-113888" y="229201"/>
            <a:chExt cx="1891393" cy="134100"/>
          </a:xfrm>
        </p:grpSpPr>
        <p:sp>
          <p:nvSpPr>
            <p:cNvPr id="586" name="Google Shape;586;p25"/>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 name="Google Shape;587;p25"/>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588" name="Google Shape;588;p25"/>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89" name="Shape 589"/>
        <p:cNvGrpSpPr/>
        <p:nvPr/>
      </p:nvGrpSpPr>
      <p:grpSpPr>
        <a:xfrm>
          <a:off x="0" y="0"/>
          <a:ext cx="0" cy="0"/>
          <a:chOff x="0" y="0"/>
          <a:chExt cx="0" cy="0"/>
        </a:xfrm>
      </p:grpSpPr>
      <p:sp>
        <p:nvSpPr>
          <p:cNvPr id="590" name="Google Shape;590;p26"/>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591" name="Google Shape;591;p26"/>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92" name="Shape 592"/>
        <p:cNvGrpSpPr/>
        <p:nvPr/>
      </p:nvGrpSpPr>
      <p:grpSpPr>
        <a:xfrm>
          <a:off x="0" y="0"/>
          <a:ext cx="0" cy="0"/>
          <a:chOff x="0" y="0"/>
          <a:chExt cx="0" cy="0"/>
        </a:xfrm>
      </p:grpSpPr>
      <p:sp>
        <p:nvSpPr>
          <p:cNvPr id="593" name="Google Shape;593;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594" name="Google Shape;594;p27"/>
          <p:cNvGrpSpPr/>
          <p:nvPr/>
        </p:nvGrpSpPr>
        <p:grpSpPr>
          <a:xfrm>
            <a:off x="4967675" y="4931713"/>
            <a:ext cx="439200" cy="439100"/>
            <a:chOff x="1101075" y="2142375"/>
            <a:chExt cx="439200" cy="439100"/>
          </a:xfrm>
        </p:grpSpPr>
        <p:sp>
          <p:nvSpPr>
            <p:cNvPr id="595" name="Google Shape;595;p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 name="Google Shape;597;p27"/>
          <p:cNvGrpSpPr/>
          <p:nvPr/>
        </p:nvGrpSpPr>
        <p:grpSpPr>
          <a:xfrm>
            <a:off x="2176605" y="-3695660"/>
            <a:ext cx="7317722" cy="6983297"/>
            <a:chOff x="2100405" y="-3619460"/>
            <a:chExt cx="7317722" cy="6983297"/>
          </a:xfrm>
        </p:grpSpPr>
        <p:sp>
          <p:nvSpPr>
            <p:cNvPr id="598" name="Google Shape;598;p27"/>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9" name="Google Shape;599;p27"/>
            <p:cNvGrpSpPr/>
            <p:nvPr/>
          </p:nvGrpSpPr>
          <p:grpSpPr>
            <a:xfrm rot="2700000">
              <a:off x="7787417" y="120497"/>
              <a:ext cx="582044" cy="582419"/>
              <a:chOff x="959750" y="3039275"/>
              <a:chExt cx="582050" cy="582425"/>
            </a:xfrm>
          </p:grpSpPr>
          <p:sp>
            <p:nvSpPr>
              <p:cNvPr id="600" name="Google Shape;600;p2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 name="Google Shape;607;p27"/>
            <p:cNvGrpSpPr/>
            <p:nvPr/>
          </p:nvGrpSpPr>
          <p:grpSpPr>
            <a:xfrm rot="2700000">
              <a:off x="8310742" y="-75303"/>
              <a:ext cx="582044" cy="582419"/>
              <a:chOff x="959750" y="3039275"/>
              <a:chExt cx="582050" cy="582425"/>
            </a:xfrm>
          </p:grpSpPr>
          <p:sp>
            <p:nvSpPr>
              <p:cNvPr id="608" name="Google Shape;608;p2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5" name="Google Shape;615;p27"/>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7"/>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7"/>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7"/>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 name="Google Shape;619;p27"/>
          <p:cNvGrpSpPr/>
          <p:nvPr/>
        </p:nvGrpSpPr>
        <p:grpSpPr>
          <a:xfrm>
            <a:off x="-2424242" y="2074146"/>
            <a:ext cx="6274943" cy="6257753"/>
            <a:chOff x="-2447692" y="2022396"/>
            <a:chExt cx="6274943" cy="6257753"/>
          </a:xfrm>
        </p:grpSpPr>
        <p:grpSp>
          <p:nvGrpSpPr>
            <p:cNvPr id="620" name="Google Shape;620;p27"/>
            <p:cNvGrpSpPr/>
            <p:nvPr/>
          </p:nvGrpSpPr>
          <p:grpSpPr>
            <a:xfrm flipH="1" rot="10800000">
              <a:off x="-25334" y="4406387"/>
              <a:ext cx="1538562" cy="971589"/>
              <a:chOff x="-191059" y="95963"/>
              <a:chExt cx="1538562" cy="971589"/>
            </a:xfrm>
          </p:grpSpPr>
          <p:grpSp>
            <p:nvGrpSpPr>
              <p:cNvPr id="621" name="Google Shape;621;p27"/>
              <p:cNvGrpSpPr/>
              <p:nvPr/>
            </p:nvGrpSpPr>
            <p:grpSpPr>
              <a:xfrm>
                <a:off x="-191059" y="201619"/>
                <a:ext cx="904284" cy="865933"/>
                <a:chOff x="2038491" y="-937756"/>
                <a:chExt cx="904284" cy="865933"/>
              </a:xfrm>
            </p:grpSpPr>
            <p:grpSp>
              <p:nvGrpSpPr>
                <p:cNvPr id="622" name="Google Shape;622;p27"/>
                <p:cNvGrpSpPr/>
                <p:nvPr/>
              </p:nvGrpSpPr>
              <p:grpSpPr>
                <a:xfrm>
                  <a:off x="2096570" y="-863491"/>
                  <a:ext cx="717621" cy="717392"/>
                  <a:chOff x="1483457" y="3953671"/>
                  <a:chExt cx="717621" cy="717392"/>
                </a:xfrm>
              </p:grpSpPr>
              <p:sp>
                <p:nvSpPr>
                  <p:cNvPr id="623" name="Google Shape;623;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8" name="Google Shape;628;p27"/>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27"/>
              <p:cNvGrpSpPr/>
              <p:nvPr/>
            </p:nvGrpSpPr>
            <p:grpSpPr>
              <a:xfrm>
                <a:off x="584533" y="95963"/>
                <a:ext cx="473483" cy="453403"/>
                <a:chOff x="2038491" y="-937756"/>
                <a:chExt cx="904284" cy="865933"/>
              </a:xfrm>
            </p:grpSpPr>
            <p:grpSp>
              <p:nvGrpSpPr>
                <p:cNvPr id="630" name="Google Shape;630;p27"/>
                <p:cNvGrpSpPr/>
                <p:nvPr/>
              </p:nvGrpSpPr>
              <p:grpSpPr>
                <a:xfrm>
                  <a:off x="2096570" y="-863491"/>
                  <a:ext cx="717621" cy="717392"/>
                  <a:chOff x="1483457" y="3953671"/>
                  <a:chExt cx="717621" cy="717392"/>
                </a:xfrm>
              </p:grpSpPr>
              <p:sp>
                <p:nvSpPr>
                  <p:cNvPr id="631" name="Google Shape;631;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6" name="Google Shape;636;p27"/>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 name="Google Shape;637;p27"/>
              <p:cNvGrpSpPr/>
              <p:nvPr/>
            </p:nvGrpSpPr>
            <p:grpSpPr>
              <a:xfrm>
                <a:off x="530445" y="481913"/>
                <a:ext cx="473483" cy="453403"/>
                <a:chOff x="2038491" y="-937756"/>
                <a:chExt cx="904284" cy="865933"/>
              </a:xfrm>
            </p:grpSpPr>
            <p:grpSp>
              <p:nvGrpSpPr>
                <p:cNvPr id="638" name="Google Shape;638;p27"/>
                <p:cNvGrpSpPr/>
                <p:nvPr/>
              </p:nvGrpSpPr>
              <p:grpSpPr>
                <a:xfrm>
                  <a:off x="2096570" y="-863491"/>
                  <a:ext cx="717621" cy="717392"/>
                  <a:chOff x="1483457" y="3953671"/>
                  <a:chExt cx="717621" cy="717392"/>
                </a:xfrm>
              </p:grpSpPr>
              <p:sp>
                <p:nvSpPr>
                  <p:cNvPr id="639" name="Google Shape;639;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4" name="Google Shape;644;p27"/>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 name="Google Shape;645;p27"/>
              <p:cNvGrpSpPr/>
              <p:nvPr/>
            </p:nvGrpSpPr>
            <p:grpSpPr>
              <a:xfrm>
                <a:off x="874020" y="312788"/>
                <a:ext cx="473483" cy="453403"/>
                <a:chOff x="2038491" y="-937756"/>
                <a:chExt cx="904284" cy="865933"/>
              </a:xfrm>
            </p:grpSpPr>
            <p:grpSp>
              <p:nvGrpSpPr>
                <p:cNvPr id="646" name="Google Shape;646;p27"/>
                <p:cNvGrpSpPr/>
                <p:nvPr/>
              </p:nvGrpSpPr>
              <p:grpSpPr>
                <a:xfrm>
                  <a:off x="2096570" y="-863491"/>
                  <a:ext cx="717621" cy="717392"/>
                  <a:chOff x="1483457" y="3953671"/>
                  <a:chExt cx="717621" cy="717392"/>
                </a:xfrm>
              </p:grpSpPr>
              <p:sp>
                <p:nvSpPr>
                  <p:cNvPr id="647" name="Google Shape;647;p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2" name="Google Shape;652;p27"/>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3" name="Google Shape;653;p27"/>
            <p:cNvGrpSpPr/>
            <p:nvPr/>
          </p:nvGrpSpPr>
          <p:grpSpPr>
            <a:xfrm flipH="1" rot="-3320950">
              <a:off x="-1885521" y="3185658"/>
              <a:ext cx="4889863" cy="3931229"/>
              <a:chOff x="7103825" y="-713112"/>
              <a:chExt cx="3785226" cy="3043150"/>
            </a:xfrm>
          </p:grpSpPr>
          <p:sp>
            <p:nvSpPr>
              <p:cNvPr id="654" name="Google Shape;654;p27"/>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5" name="Google Shape;655;p27"/>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656" name="Google Shape;656;p27"/>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7" name="Google Shape;657;p27"/>
            <p:cNvGrpSpPr/>
            <p:nvPr/>
          </p:nvGrpSpPr>
          <p:grpSpPr>
            <a:xfrm rot="5400000">
              <a:off x="1987130" y="4230949"/>
              <a:ext cx="88142" cy="1137387"/>
              <a:chOff x="3054755" y="4367024"/>
              <a:chExt cx="88142" cy="1137387"/>
            </a:xfrm>
          </p:grpSpPr>
          <p:sp>
            <p:nvSpPr>
              <p:cNvPr id="658" name="Google Shape;658;p27"/>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7"/>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60" name="Shape 660"/>
        <p:cNvGrpSpPr/>
        <p:nvPr/>
      </p:nvGrpSpPr>
      <p:grpSpPr>
        <a:xfrm>
          <a:off x="0" y="0"/>
          <a:ext cx="0" cy="0"/>
          <a:chOff x="0" y="0"/>
          <a:chExt cx="0" cy="0"/>
        </a:xfrm>
      </p:grpSpPr>
      <p:sp>
        <p:nvSpPr>
          <p:cNvPr id="661" name="Google Shape;661;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662" name="Google Shape;662;p28"/>
          <p:cNvGrpSpPr/>
          <p:nvPr/>
        </p:nvGrpSpPr>
        <p:grpSpPr>
          <a:xfrm>
            <a:off x="7810267" y="-622132"/>
            <a:ext cx="2587792" cy="2725916"/>
            <a:chOff x="7810267" y="-622132"/>
            <a:chExt cx="2587792" cy="2725916"/>
          </a:xfrm>
        </p:grpSpPr>
        <p:grpSp>
          <p:nvGrpSpPr>
            <p:cNvPr id="663" name="Google Shape;663;p28"/>
            <p:cNvGrpSpPr/>
            <p:nvPr/>
          </p:nvGrpSpPr>
          <p:grpSpPr>
            <a:xfrm>
              <a:off x="8520988" y="-90875"/>
              <a:ext cx="904666" cy="726121"/>
              <a:chOff x="7945225" y="4302000"/>
              <a:chExt cx="904666" cy="726121"/>
            </a:xfrm>
          </p:grpSpPr>
          <p:sp>
            <p:nvSpPr>
              <p:cNvPr id="664" name="Google Shape;664;p2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 name="Google Shape;667;p28"/>
            <p:cNvGrpSpPr/>
            <p:nvPr/>
          </p:nvGrpSpPr>
          <p:grpSpPr>
            <a:xfrm>
              <a:off x="8869019" y="-622132"/>
              <a:ext cx="325154" cy="1788670"/>
              <a:chOff x="8869019" y="-622132"/>
              <a:chExt cx="325154" cy="1788670"/>
            </a:xfrm>
          </p:grpSpPr>
          <p:sp>
            <p:nvSpPr>
              <p:cNvPr id="668" name="Google Shape;668;p28"/>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9" name="Google Shape;669;p28"/>
              <p:cNvGrpSpPr/>
              <p:nvPr/>
            </p:nvGrpSpPr>
            <p:grpSpPr>
              <a:xfrm rot="1800062">
                <a:off x="9035610" y="1007995"/>
                <a:ext cx="134040" cy="134009"/>
                <a:chOff x="1101075" y="2142375"/>
                <a:chExt cx="439200" cy="439100"/>
              </a:xfrm>
            </p:grpSpPr>
            <p:sp>
              <p:nvSpPr>
                <p:cNvPr id="670" name="Google Shape;670;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72" name="Google Shape;672;p28"/>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8"/>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 name="Google Shape;674;p28"/>
          <p:cNvGrpSpPr/>
          <p:nvPr/>
        </p:nvGrpSpPr>
        <p:grpSpPr>
          <a:xfrm>
            <a:off x="8332551" y="-7"/>
            <a:ext cx="2386151" cy="3293873"/>
            <a:chOff x="8256351" y="-7"/>
            <a:chExt cx="2386151" cy="3293873"/>
          </a:xfrm>
        </p:grpSpPr>
        <p:pic>
          <p:nvPicPr>
            <p:cNvPr id="675" name="Google Shape;675;p28"/>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676" name="Google Shape;676;p28"/>
            <p:cNvGrpSpPr/>
            <p:nvPr/>
          </p:nvGrpSpPr>
          <p:grpSpPr>
            <a:xfrm rot="10800000">
              <a:off x="8452444" y="-7"/>
              <a:ext cx="325154" cy="1788670"/>
              <a:chOff x="8869019" y="-622132"/>
              <a:chExt cx="325154" cy="1788670"/>
            </a:xfrm>
          </p:grpSpPr>
          <p:sp>
            <p:nvSpPr>
              <p:cNvPr id="677" name="Google Shape;677;p28"/>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8" name="Google Shape;678;p28"/>
              <p:cNvGrpSpPr/>
              <p:nvPr/>
            </p:nvGrpSpPr>
            <p:grpSpPr>
              <a:xfrm rot="1800062">
                <a:off x="9035610" y="1007995"/>
                <a:ext cx="134040" cy="134009"/>
                <a:chOff x="1101075" y="2142375"/>
                <a:chExt cx="439200" cy="439100"/>
              </a:xfrm>
            </p:grpSpPr>
            <p:sp>
              <p:nvSpPr>
                <p:cNvPr id="679" name="Google Shape;679;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81" name="Google Shape;681;p28"/>
          <p:cNvGrpSpPr/>
          <p:nvPr/>
        </p:nvGrpSpPr>
        <p:grpSpPr>
          <a:xfrm>
            <a:off x="-213525" y="171225"/>
            <a:ext cx="439200" cy="439100"/>
            <a:chOff x="1101075" y="2142375"/>
            <a:chExt cx="439200" cy="439100"/>
          </a:xfrm>
        </p:grpSpPr>
        <p:sp>
          <p:nvSpPr>
            <p:cNvPr id="682" name="Google Shape;682;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28"/>
          <p:cNvGrpSpPr/>
          <p:nvPr/>
        </p:nvGrpSpPr>
        <p:grpSpPr>
          <a:xfrm>
            <a:off x="-1262974" y="3161328"/>
            <a:ext cx="4822591" cy="2934500"/>
            <a:chOff x="-1186774" y="3161328"/>
            <a:chExt cx="4822591" cy="2934500"/>
          </a:xfrm>
        </p:grpSpPr>
        <p:pic>
          <p:nvPicPr>
            <p:cNvPr id="685" name="Google Shape;685;p28"/>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686" name="Google Shape;686;p28"/>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7" name="Google Shape;687;p28"/>
            <p:cNvGrpSpPr/>
            <p:nvPr/>
          </p:nvGrpSpPr>
          <p:grpSpPr>
            <a:xfrm>
              <a:off x="58899" y="4608583"/>
              <a:ext cx="604346" cy="657081"/>
              <a:chOff x="58899" y="4608583"/>
              <a:chExt cx="604346" cy="657081"/>
            </a:xfrm>
          </p:grpSpPr>
          <p:grpSp>
            <p:nvGrpSpPr>
              <p:cNvPr id="688" name="Google Shape;688;p28"/>
              <p:cNvGrpSpPr/>
              <p:nvPr/>
            </p:nvGrpSpPr>
            <p:grpSpPr>
              <a:xfrm rot="10800000">
                <a:off x="58899" y="4608583"/>
                <a:ext cx="328346" cy="328531"/>
                <a:chOff x="3678700" y="407275"/>
                <a:chExt cx="708100" cy="708500"/>
              </a:xfrm>
            </p:grpSpPr>
            <p:sp>
              <p:nvSpPr>
                <p:cNvPr id="689" name="Google Shape;689;p2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2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2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2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2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28"/>
              <p:cNvGrpSpPr/>
              <p:nvPr/>
            </p:nvGrpSpPr>
            <p:grpSpPr>
              <a:xfrm rot="10800000">
                <a:off x="334899" y="4608583"/>
                <a:ext cx="328346" cy="328531"/>
                <a:chOff x="3678700" y="407275"/>
                <a:chExt cx="708100" cy="708500"/>
              </a:xfrm>
            </p:grpSpPr>
            <p:sp>
              <p:nvSpPr>
                <p:cNvPr id="697" name="Google Shape;697;p2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2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2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28"/>
              <p:cNvGrpSpPr/>
              <p:nvPr/>
            </p:nvGrpSpPr>
            <p:grpSpPr>
              <a:xfrm rot="10800000">
                <a:off x="282574" y="4937133"/>
                <a:ext cx="328346" cy="328531"/>
                <a:chOff x="3678700" y="407275"/>
                <a:chExt cx="708100" cy="708500"/>
              </a:xfrm>
            </p:grpSpPr>
            <p:sp>
              <p:nvSpPr>
                <p:cNvPr id="705" name="Google Shape;705;p2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2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2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2" name="Google Shape;712;p28"/>
            <p:cNvGrpSpPr/>
            <p:nvPr/>
          </p:nvGrpSpPr>
          <p:grpSpPr>
            <a:xfrm>
              <a:off x="-923150" y="4796551"/>
              <a:ext cx="4558967" cy="134100"/>
              <a:chOff x="796100" y="3019701"/>
              <a:chExt cx="4558967" cy="134100"/>
            </a:xfrm>
          </p:grpSpPr>
          <p:sp>
            <p:nvSpPr>
              <p:cNvPr id="713" name="Google Shape;713;p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4" name="Google Shape;714;p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15" name="Google Shape;715;p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716" name="Shape 716"/>
        <p:cNvGrpSpPr/>
        <p:nvPr/>
      </p:nvGrpSpPr>
      <p:grpSpPr>
        <a:xfrm>
          <a:off x="0" y="0"/>
          <a:ext cx="0" cy="0"/>
          <a:chOff x="0" y="0"/>
          <a:chExt cx="0" cy="0"/>
        </a:xfrm>
      </p:grpSpPr>
      <p:sp>
        <p:nvSpPr>
          <p:cNvPr id="717" name="Google Shape;717;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718" name="Google Shape;718;p29"/>
          <p:cNvGrpSpPr/>
          <p:nvPr/>
        </p:nvGrpSpPr>
        <p:grpSpPr>
          <a:xfrm>
            <a:off x="-2176650" y="-112745"/>
            <a:ext cx="4680670" cy="5935195"/>
            <a:chOff x="-2176650" y="-112745"/>
            <a:chExt cx="4680670" cy="5935195"/>
          </a:xfrm>
        </p:grpSpPr>
        <p:grpSp>
          <p:nvGrpSpPr>
            <p:cNvPr id="719" name="Google Shape;719;p29"/>
            <p:cNvGrpSpPr/>
            <p:nvPr/>
          </p:nvGrpSpPr>
          <p:grpSpPr>
            <a:xfrm>
              <a:off x="-2176650" y="-112745"/>
              <a:ext cx="4680670" cy="5935195"/>
              <a:chOff x="-2176650" y="-112745"/>
              <a:chExt cx="4680670" cy="5935195"/>
            </a:xfrm>
          </p:grpSpPr>
          <p:sp>
            <p:nvSpPr>
              <p:cNvPr id="720" name="Google Shape;720;p29"/>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1" name="Google Shape;721;p29"/>
              <p:cNvGrpSpPr/>
              <p:nvPr/>
            </p:nvGrpSpPr>
            <p:grpSpPr>
              <a:xfrm rot="-2700000">
                <a:off x="10491" y="4440580"/>
                <a:ext cx="582044" cy="582419"/>
                <a:chOff x="959750" y="3039275"/>
                <a:chExt cx="582050" cy="582425"/>
              </a:xfrm>
            </p:grpSpPr>
            <p:sp>
              <p:nvSpPr>
                <p:cNvPr id="722" name="Google Shape;722;p2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2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2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29"/>
              <p:cNvGrpSpPr/>
              <p:nvPr/>
            </p:nvGrpSpPr>
            <p:grpSpPr>
              <a:xfrm rot="-2700000">
                <a:off x="-183259" y="2704590"/>
                <a:ext cx="582044" cy="582419"/>
                <a:chOff x="959750" y="3039275"/>
                <a:chExt cx="582050" cy="582425"/>
              </a:xfrm>
            </p:grpSpPr>
            <p:sp>
              <p:nvSpPr>
                <p:cNvPr id="730" name="Google Shape;730;p2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2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2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7" name="Google Shape;737;p29"/>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 name="Google Shape;738;p29"/>
            <p:cNvGrpSpPr/>
            <p:nvPr/>
          </p:nvGrpSpPr>
          <p:grpSpPr>
            <a:xfrm>
              <a:off x="-234425" y="3727550"/>
              <a:ext cx="439200" cy="439100"/>
              <a:chOff x="1101075" y="2142375"/>
              <a:chExt cx="439200" cy="439100"/>
            </a:xfrm>
          </p:grpSpPr>
          <p:sp>
            <p:nvSpPr>
              <p:cNvPr id="739" name="Google Shape;739;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29"/>
            <p:cNvGrpSpPr/>
            <p:nvPr/>
          </p:nvGrpSpPr>
          <p:grpSpPr>
            <a:xfrm rot="10800000">
              <a:off x="713225" y="4931225"/>
              <a:ext cx="439200" cy="439100"/>
              <a:chOff x="1101075" y="2142375"/>
              <a:chExt cx="439200" cy="439100"/>
            </a:xfrm>
          </p:grpSpPr>
          <p:sp>
            <p:nvSpPr>
              <p:cNvPr id="742" name="Google Shape;742;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4" name="Google Shape;744;p29"/>
          <p:cNvGrpSpPr/>
          <p:nvPr/>
        </p:nvGrpSpPr>
        <p:grpSpPr>
          <a:xfrm>
            <a:off x="6642300" y="-415701"/>
            <a:ext cx="4558967" cy="1887075"/>
            <a:chOff x="6566100" y="-415701"/>
            <a:chExt cx="4558967" cy="1887075"/>
          </a:xfrm>
        </p:grpSpPr>
        <p:pic>
          <p:nvPicPr>
            <p:cNvPr id="745" name="Google Shape;745;p29"/>
            <p:cNvPicPr preferRelativeResize="0"/>
            <p:nvPr/>
          </p:nvPicPr>
          <p:blipFill rotWithShape="1">
            <a:blip r:embed="rId2">
              <a:alphaModFix/>
            </a:blip>
            <a:srcRect b="26177" l="16960" r="7121" t="24718"/>
            <a:stretch/>
          </p:blipFill>
          <p:spPr>
            <a:xfrm>
              <a:off x="8278550" y="-392375"/>
              <a:ext cx="2441950" cy="1863749"/>
            </a:xfrm>
            <a:prstGeom prst="rect">
              <a:avLst/>
            </a:prstGeom>
            <a:noFill/>
            <a:ln>
              <a:noFill/>
            </a:ln>
          </p:spPr>
        </p:pic>
        <p:grpSp>
          <p:nvGrpSpPr>
            <p:cNvPr id="746" name="Google Shape;746;p29"/>
            <p:cNvGrpSpPr/>
            <p:nvPr/>
          </p:nvGrpSpPr>
          <p:grpSpPr>
            <a:xfrm rot="5400000">
              <a:off x="7714062" y="-991384"/>
              <a:ext cx="1433417" cy="2584783"/>
              <a:chOff x="-363163" y="-645596"/>
              <a:chExt cx="1433417" cy="2584783"/>
            </a:xfrm>
          </p:grpSpPr>
          <p:grpSp>
            <p:nvGrpSpPr>
              <p:cNvPr id="747" name="Google Shape;747;p29"/>
              <p:cNvGrpSpPr/>
              <p:nvPr/>
            </p:nvGrpSpPr>
            <p:grpSpPr>
              <a:xfrm rot="10800000">
                <a:off x="-64595" y="-645596"/>
                <a:ext cx="1134849" cy="2370191"/>
                <a:chOff x="-575575" y="3685599"/>
                <a:chExt cx="1421048" cy="2967932"/>
              </a:xfrm>
            </p:grpSpPr>
            <p:sp>
              <p:nvSpPr>
                <p:cNvPr id="748" name="Google Shape;748;p29"/>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29"/>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0" name="Google Shape;750;p29"/>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29"/>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2" name="Google Shape;752;p29"/>
              <p:cNvGrpSpPr/>
              <p:nvPr/>
            </p:nvGrpSpPr>
            <p:grpSpPr>
              <a:xfrm flipH="1" rot="-2700000">
                <a:off x="-216370" y="1084101"/>
                <a:ext cx="708093" cy="708493"/>
                <a:chOff x="3678700" y="407275"/>
                <a:chExt cx="708100" cy="708500"/>
              </a:xfrm>
            </p:grpSpPr>
            <p:sp>
              <p:nvSpPr>
                <p:cNvPr id="753" name="Google Shape;753;p2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2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2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2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0" name="Google Shape;760;p29"/>
            <p:cNvGrpSpPr/>
            <p:nvPr/>
          </p:nvGrpSpPr>
          <p:grpSpPr>
            <a:xfrm rot="10800000">
              <a:off x="6566100" y="233963"/>
              <a:ext cx="4558967" cy="134100"/>
              <a:chOff x="796100" y="3019701"/>
              <a:chExt cx="4558967" cy="134100"/>
            </a:xfrm>
          </p:grpSpPr>
          <p:sp>
            <p:nvSpPr>
              <p:cNvPr id="761" name="Google Shape;761;p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62" name="Google Shape;762;p2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63" name="Google Shape;763;p2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764" name="Shape 764"/>
        <p:cNvGrpSpPr/>
        <p:nvPr/>
      </p:nvGrpSpPr>
      <p:grpSpPr>
        <a:xfrm>
          <a:off x="0" y="0"/>
          <a:ext cx="0" cy="0"/>
          <a:chOff x="0" y="0"/>
          <a:chExt cx="0" cy="0"/>
        </a:xfrm>
      </p:grpSpPr>
      <p:grpSp>
        <p:nvGrpSpPr>
          <p:cNvPr id="765" name="Google Shape;765;p30"/>
          <p:cNvGrpSpPr/>
          <p:nvPr/>
        </p:nvGrpSpPr>
        <p:grpSpPr>
          <a:xfrm>
            <a:off x="5404975" y="2221118"/>
            <a:ext cx="4263000" cy="3617400"/>
            <a:chOff x="5328775" y="2221118"/>
            <a:chExt cx="4263000" cy="3617400"/>
          </a:xfrm>
        </p:grpSpPr>
        <p:sp>
          <p:nvSpPr>
            <p:cNvPr id="766" name="Google Shape;766;p30"/>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 name="Google Shape;767;p30"/>
            <p:cNvGrpSpPr/>
            <p:nvPr/>
          </p:nvGrpSpPr>
          <p:grpSpPr>
            <a:xfrm>
              <a:off x="7218100" y="4855088"/>
              <a:ext cx="931125" cy="525763"/>
              <a:chOff x="7218100" y="4855088"/>
              <a:chExt cx="931125" cy="525763"/>
            </a:xfrm>
          </p:grpSpPr>
          <p:grpSp>
            <p:nvGrpSpPr>
              <p:cNvPr id="768" name="Google Shape;768;p30"/>
              <p:cNvGrpSpPr/>
              <p:nvPr/>
            </p:nvGrpSpPr>
            <p:grpSpPr>
              <a:xfrm>
                <a:off x="7710025" y="4941750"/>
                <a:ext cx="439200" cy="439100"/>
                <a:chOff x="1101075" y="2142375"/>
                <a:chExt cx="439200" cy="439100"/>
              </a:xfrm>
            </p:grpSpPr>
            <p:sp>
              <p:nvSpPr>
                <p:cNvPr id="769" name="Google Shape;769;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30"/>
              <p:cNvGrpSpPr/>
              <p:nvPr/>
            </p:nvGrpSpPr>
            <p:grpSpPr>
              <a:xfrm>
                <a:off x="7218100" y="4855088"/>
                <a:ext cx="439200" cy="439100"/>
                <a:chOff x="1101075" y="2142375"/>
                <a:chExt cx="439200" cy="439100"/>
              </a:xfrm>
            </p:grpSpPr>
            <p:sp>
              <p:nvSpPr>
                <p:cNvPr id="772" name="Google Shape;772;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74" name="Google Shape;774;p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775" name="Google Shape;775;p30"/>
          <p:cNvGrpSpPr/>
          <p:nvPr/>
        </p:nvGrpSpPr>
        <p:grpSpPr>
          <a:xfrm>
            <a:off x="-2175000" y="3012192"/>
            <a:ext cx="3701086" cy="3345172"/>
            <a:chOff x="-1886500" y="2599117"/>
            <a:chExt cx="3701086" cy="3345172"/>
          </a:xfrm>
        </p:grpSpPr>
        <p:pic>
          <p:nvPicPr>
            <p:cNvPr id="776" name="Google Shape;776;p30"/>
            <p:cNvPicPr preferRelativeResize="0"/>
            <p:nvPr/>
          </p:nvPicPr>
          <p:blipFill rotWithShape="1">
            <a:blip r:embed="rId2">
              <a:alphaModFix/>
            </a:blip>
            <a:srcRect b="26177" l="16960" r="7121" t="24718"/>
            <a:stretch/>
          </p:blipFill>
          <p:spPr>
            <a:xfrm rot="10800000">
              <a:off x="-1886500" y="3119537"/>
              <a:ext cx="3701086" cy="2824751"/>
            </a:xfrm>
            <a:prstGeom prst="rect">
              <a:avLst/>
            </a:prstGeom>
            <a:noFill/>
            <a:ln>
              <a:noFill/>
            </a:ln>
          </p:spPr>
        </p:pic>
        <p:sp>
          <p:nvSpPr>
            <p:cNvPr id="777" name="Google Shape;777;p30"/>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0"/>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9" name="Google Shape;779;p30"/>
            <p:cNvGrpSpPr/>
            <p:nvPr/>
          </p:nvGrpSpPr>
          <p:grpSpPr>
            <a:xfrm rot="10800000">
              <a:off x="-37979" y="5013439"/>
              <a:ext cx="134004" cy="134004"/>
              <a:chOff x="8356813" y="1074288"/>
              <a:chExt cx="351900" cy="351900"/>
            </a:xfrm>
          </p:grpSpPr>
          <p:sp>
            <p:nvSpPr>
              <p:cNvPr id="780" name="Google Shape;780;p3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30"/>
            <p:cNvGrpSpPr/>
            <p:nvPr/>
          </p:nvGrpSpPr>
          <p:grpSpPr>
            <a:xfrm rot="10800000">
              <a:off x="447446" y="4173589"/>
              <a:ext cx="134004" cy="134004"/>
              <a:chOff x="8356813" y="1074288"/>
              <a:chExt cx="351900" cy="351900"/>
            </a:xfrm>
          </p:grpSpPr>
          <p:sp>
            <p:nvSpPr>
              <p:cNvPr id="783" name="Google Shape;783;p3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5" name="Google Shape;785;p30"/>
            <p:cNvGrpSpPr/>
            <p:nvPr/>
          </p:nvGrpSpPr>
          <p:grpSpPr>
            <a:xfrm rot="10800000">
              <a:off x="539621" y="2985514"/>
              <a:ext cx="134004" cy="134004"/>
              <a:chOff x="8356813" y="1074288"/>
              <a:chExt cx="351900" cy="351900"/>
            </a:xfrm>
          </p:grpSpPr>
          <p:sp>
            <p:nvSpPr>
              <p:cNvPr id="786" name="Google Shape;786;p3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8" name="Google Shape;788;p30"/>
          <p:cNvGrpSpPr/>
          <p:nvPr/>
        </p:nvGrpSpPr>
        <p:grpSpPr>
          <a:xfrm>
            <a:off x="5928900" y="-249669"/>
            <a:ext cx="5688165" cy="3493826"/>
            <a:chOff x="5852700" y="-249669"/>
            <a:chExt cx="5688165" cy="3493826"/>
          </a:xfrm>
        </p:grpSpPr>
        <p:grpSp>
          <p:nvGrpSpPr>
            <p:cNvPr id="789" name="Google Shape;789;p30"/>
            <p:cNvGrpSpPr/>
            <p:nvPr/>
          </p:nvGrpSpPr>
          <p:grpSpPr>
            <a:xfrm>
              <a:off x="8783705" y="1899359"/>
              <a:ext cx="402160" cy="1344798"/>
              <a:chOff x="8668555" y="1976884"/>
              <a:chExt cx="402160" cy="1344798"/>
            </a:xfrm>
          </p:grpSpPr>
          <p:sp>
            <p:nvSpPr>
              <p:cNvPr id="790" name="Google Shape;790;p30"/>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0"/>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30"/>
            <p:cNvGrpSpPr/>
            <p:nvPr/>
          </p:nvGrpSpPr>
          <p:grpSpPr>
            <a:xfrm>
              <a:off x="8598675" y="1421188"/>
              <a:ext cx="904666" cy="726121"/>
              <a:chOff x="7945225" y="4302000"/>
              <a:chExt cx="904666" cy="726121"/>
            </a:xfrm>
          </p:grpSpPr>
          <p:sp>
            <p:nvSpPr>
              <p:cNvPr id="793" name="Google Shape;793;p3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3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30"/>
            <p:cNvGrpSpPr/>
            <p:nvPr/>
          </p:nvGrpSpPr>
          <p:grpSpPr>
            <a:xfrm flipH="1" rot="10800000">
              <a:off x="7579756" y="-249669"/>
              <a:ext cx="2601921" cy="2438355"/>
              <a:chOff x="7340128" y="2866613"/>
              <a:chExt cx="2439225" cy="2438355"/>
            </a:xfrm>
          </p:grpSpPr>
          <p:sp>
            <p:nvSpPr>
              <p:cNvPr id="797" name="Google Shape;797;p30"/>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30"/>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9" name="Google Shape;799;p30"/>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0" name="Google Shape;800;p30"/>
            <p:cNvGrpSpPr/>
            <p:nvPr/>
          </p:nvGrpSpPr>
          <p:grpSpPr>
            <a:xfrm>
              <a:off x="6917701" y="246011"/>
              <a:ext cx="4623164" cy="134100"/>
              <a:chOff x="6917701" y="246011"/>
              <a:chExt cx="4623164" cy="134100"/>
            </a:xfrm>
          </p:grpSpPr>
          <p:sp>
            <p:nvSpPr>
              <p:cNvPr id="801" name="Google Shape;801;p30"/>
              <p:cNvSpPr/>
              <p:nvPr/>
            </p:nvSpPr>
            <p:spPr>
              <a:xfrm flipH="1">
                <a:off x="6917701" y="24601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0"/>
              <p:cNvSpPr/>
              <p:nvPr/>
            </p:nvSpPr>
            <p:spPr>
              <a:xfrm flipH="1">
                <a:off x="6947889" y="27615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03" name="Google Shape;803;p30"/>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804" name="Shape 804"/>
        <p:cNvGrpSpPr/>
        <p:nvPr/>
      </p:nvGrpSpPr>
      <p:grpSpPr>
        <a:xfrm>
          <a:off x="0" y="0"/>
          <a:ext cx="0" cy="0"/>
          <a:chOff x="0" y="0"/>
          <a:chExt cx="0" cy="0"/>
        </a:xfrm>
      </p:grpSpPr>
      <p:sp>
        <p:nvSpPr>
          <p:cNvPr id="805" name="Google Shape;805;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806" name="Google Shape;806;p31"/>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07" name="Google Shape;807;p31"/>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08" name="Google Shape;808;p31"/>
          <p:cNvGrpSpPr/>
          <p:nvPr/>
        </p:nvGrpSpPr>
        <p:grpSpPr>
          <a:xfrm>
            <a:off x="-96329" y="4888563"/>
            <a:ext cx="1590408" cy="88125"/>
            <a:chOff x="124624" y="4953514"/>
            <a:chExt cx="1137387" cy="88142"/>
          </a:xfrm>
        </p:grpSpPr>
        <p:sp>
          <p:nvSpPr>
            <p:cNvPr id="809" name="Google Shape;809;p31"/>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1"/>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31"/>
          <p:cNvGrpSpPr/>
          <p:nvPr/>
        </p:nvGrpSpPr>
        <p:grpSpPr>
          <a:xfrm>
            <a:off x="6883700" y="1385725"/>
            <a:ext cx="4028179" cy="5283555"/>
            <a:chOff x="6883700" y="1385725"/>
            <a:chExt cx="4028179" cy="5283555"/>
          </a:xfrm>
        </p:grpSpPr>
        <p:sp>
          <p:nvSpPr>
            <p:cNvPr id="812" name="Google Shape;812;p31"/>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1"/>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1"/>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1"/>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31"/>
          <p:cNvGrpSpPr/>
          <p:nvPr/>
        </p:nvGrpSpPr>
        <p:grpSpPr>
          <a:xfrm>
            <a:off x="4598006" y="-1699037"/>
            <a:ext cx="5579794" cy="3203424"/>
            <a:chOff x="4521806" y="-1546637"/>
            <a:chExt cx="5579794" cy="3203424"/>
          </a:xfrm>
        </p:grpSpPr>
        <p:grpSp>
          <p:nvGrpSpPr>
            <p:cNvPr id="817" name="Google Shape;817;p31"/>
            <p:cNvGrpSpPr/>
            <p:nvPr/>
          </p:nvGrpSpPr>
          <p:grpSpPr>
            <a:xfrm>
              <a:off x="4619858" y="-154439"/>
              <a:ext cx="916824" cy="700199"/>
              <a:chOff x="4619858" y="-154439"/>
              <a:chExt cx="916824" cy="700199"/>
            </a:xfrm>
          </p:grpSpPr>
          <p:sp>
            <p:nvSpPr>
              <p:cNvPr id="818" name="Google Shape;818;p31"/>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1"/>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1"/>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21" name="Google Shape;821;p31"/>
            <p:cNvPicPr preferRelativeResize="0"/>
            <p:nvPr/>
          </p:nvPicPr>
          <p:blipFill rotWithShape="1">
            <a:blip r:embed="rId2">
              <a:alphaModFix/>
            </a:blip>
            <a:srcRect b="26177" l="16960" r="7121" t="24718"/>
            <a:stretch/>
          </p:blipFill>
          <p:spPr>
            <a:xfrm>
              <a:off x="5904350" y="-1546637"/>
              <a:ext cx="4197251" cy="3203424"/>
            </a:xfrm>
            <a:prstGeom prst="rect">
              <a:avLst/>
            </a:prstGeom>
            <a:noFill/>
            <a:ln>
              <a:noFill/>
            </a:ln>
          </p:spPr>
        </p:pic>
        <p:sp>
          <p:nvSpPr>
            <p:cNvPr id="822" name="Google Shape;822;p31"/>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1"/>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4" name="Google Shape;824;p31"/>
            <p:cNvGrpSpPr/>
            <p:nvPr/>
          </p:nvGrpSpPr>
          <p:grpSpPr>
            <a:xfrm rot="10800000">
              <a:off x="8323180" y="210225"/>
              <a:ext cx="1493503" cy="88125"/>
              <a:chOff x="124624" y="4953514"/>
              <a:chExt cx="1137387" cy="88142"/>
            </a:xfrm>
          </p:grpSpPr>
          <p:sp>
            <p:nvSpPr>
              <p:cNvPr id="825" name="Google Shape;825;p31"/>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1"/>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 name="Google Shape;827;p31"/>
            <p:cNvGrpSpPr/>
            <p:nvPr/>
          </p:nvGrpSpPr>
          <p:grpSpPr>
            <a:xfrm>
              <a:off x="4619231" y="-32636"/>
              <a:ext cx="254987" cy="255131"/>
              <a:chOff x="3678700" y="407275"/>
              <a:chExt cx="708100" cy="708500"/>
            </a:xfrm>
          </p:grpSpPr>
          <p:sp>
            <p:nvSpPr>
              <p:cNvPr id="828" name="Google Shape;828;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 name="Google Shape;835;p31"/>
            <p:cNvGrpSpPr/>
            <p:nvPr/>
          </p:nvGrpSpPr>
          <p:grpSpPr>
            <a:xfrm>
              <a:off x="4521806" y="126714"/>
              <a:ext cx="254987" cy="255131"/>
              <a:chOff x="3678700" y="407275"/>
              <a:chExt cx="708100" cy="708500"/>
            </a:xfrm>
          </p:grpSpPr>
          <p:sp>
            <p:nvSpPr>
              <p:cNvPr id="836" name="Google Shape;836;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843" name="Shape 843"/>
        <p:cNvGrpSpPr/>
        <p:nvPr/>
      </p:nvGrpSpPr>
      <p:grpSpPr>
        <a:xfrm>
          <a:off x="0" y="0"/>
          <a:ext cx="0" cy="0"/>
          <a:chOff x="0" y="0"/>
          <a:chExt cx="0" cy="0"/>
        </a:xfrm>
      </p:grpSpPr>
      <p:sp>
        <p:nvSpPr>
          <p:cNvPr id="844" name="Google Shape;844;p32"/>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32"/>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46" name="Google Shape;846;p32"/>
          <p:cNvGrpSpPr/>
          <p:nvPr/>
        </p:nvGrpSpPr>
        <p:grpSpPr>
          <a:xfrm>
            <a:off x="-1623735" y="2499757"/>
            <a:ext cx="5119205" cy="4373890"/>
            <a:chOff x="-1547535" y="2499757"/>
            <a:chExt cx="5119205" cy="4373890"/>
          </a:xfrm>
        </p:grpSpPr>
        <p:pic>
          <p:nvPicPr>
            <p:cNvPr id="847" name="Google Shape;847;p32"/>
            <p:cNvPicPr preferRelativeResize="0"/>
            <p:nvPr/>
          </p:nvPicPr>
          <p:blipFill rotWithShape="1">
            <a:blip r:embed="rId2">
              <a:alphaModFix/>
            </a:blip>
            <a:srcRect b="26177" l="16960" r="7121" t="24718"/>
            <a:stretch/>
          </p:blipFill>
          <p:spPr>
            <a:xfrm rot="-5400000">
              <a:off x="-1751185" y="3417285"/>
              <a:ext cx="3920501" cy="2992224"/>
            </a:xfrm>
            <a:prstGeom prst="rect">
              <a:avLst/>
            </a:prstGeom>
            <a:noFill/>
            <a:ln>
              <a:noFill/>
            </a:ln>
          </p:spPr>
        </p:pic>
        <p:grpSp>
          <p:nvGrpSpPr>
            <p:cNvPr id="848" name="Google Shape;848;p32"/>
            <p:cNvGrpSpPr/>
            <p:nvPr/>
          </p:nvGrpSpPr>
          <p:grpSpPr>
            <a:xfrm rot="-5400000">
              <a:off x="123777" y="4587830"/>
              <a:ext cx="480890" cy="481200"/>
              <a:chOff x="959750" y="3039275"/>
              <a:chExt cx="582050" cy="582425"/>
            </a:xfrm>
          </p:grpSpPr>
          <p:sp>
            <p:nvSpPr>
              <p:cNvPr id="849" name="Google Shape;849;p3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6" name="Google Shape;856;p32"/>
            <p:cNvGrpSpPr/>
            <p:nvPr/>
          </p:nvGrpSpPr>
          <p:grpSpPr>
            <a:xfrm rot="-5400000">
              <a:off x="-564590" y="2079321"/>
              <a:ext cx="3153315" cy="5119205"/>
              <a:chOff x="6643701" y="816087"/>
              <a:chExt cx="3153315" cy="5119205"/>
            </a:xfrm>
          </p:grpSpPr>
          <p:sp>
            <p:nvSpPr>
              <p:cNvPr id="857" name="Google Shape;857;p32"/>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8" name="Google Shape;858;p32"/>
              <p:cNvGrpSpPr/>
              <p:nvPr/>
            </p:nvGrpSpPr>
            <p:grpSpPr>
              <a:xfrm>
                <a:off x="8062611" y="3503222"/>
                <a:ext cx="134004" cy="134004"/>
                <a:chOff x="8356813" y="1074288"/>
                <a:chExt cx="351900" cy="351900"/>
              </a:xfrm>
            </p:grpSpPr>
            <p:sp>
              <p:nvSpPr>
                <p:cNvPr id="859" name="Google Shape;859;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 name="Google Shape;861;p32"/>
              <p:cNvGrpSpPr/>
              <p:nvPr/>
            </p:nvGrpSpPr>
            <p:grpSpPr>
              <a:xfrm>
                <a:off x="7678536" y="3129397"/>
                <a:ext cx="134004" cy="134004"/>
                <a:chOff x="8356813" y="1074288"/>
                <a:chExt cx="351900" cy="351900"/>
              </a:xfrm>
            </p:grpSpPr>
            <p:sp>
              <p:nvSpPr>
                <p:cNvPr id="862" name="Google Shape;862;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 name="Google Shape;864;p32"/>
              <p:cNvGrpSpPr/>
              <p:nvPr/>
            </p:nvGrpSpPr>
            <p:grpSpPr>
              <a:xfrm>
                <a:off x="8671986" y="2443197"/>
                <a:ext cx="134004" cy="134004"/>
                <a:chOff x="8356813" y="1074288"/>
                <a:chExt cx="351900" cy="351900"/>
              </a:xfrm>
            </p:grpSpPr>
            <p:sp>
              <p:nvSpPr>
                <p:cNvPr id="865" name="Google Shape;865;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67" name="Google Shape;867;p32"/>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8" name="Google Shape;868;p32"/>
            <p:cNvGrpSpPr/>
            <p:nvPr/>
          </p:nvGrpSpPr>
          <p:grpSpPr>
            <a:xfrm rot="-5400000">
              <a:off x="99300" y="3411735"/>
              <a:ext cx="88151" cy="2151709"/>
              <a:chOff x="3054755" y="4367024"/>
              <a:chExt cx="88142" cy="1137387"/>
            </a:xfrm>
          </p:grpSpPr>
          <p:sp>
            <p:nvSpPr>
              <p:cNvPr id="869" name="Google Shape;869;p32"/>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2"/>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1" name="Google Shape;871;p32"/>
            <p:cNvGrpSpPr/>
            <p:nvPr/>
          </p:nvGrpSpPr>
          <p:grpSpPr>
            <a:xfrm rot="-5400000">
              <a:off x="-28713" y="3651410"/>
              <a:ext cx="88151" cy="2151709"/>
              <a:chOff x="3054755" y="4367024"/>
              <a:chExt cx="88142" cy="1137387"/>
            </a:xfrm>
          </p:grpSpPr>
          <p:sp>
            <p:nvSpPr>
              <p:cNvPr id="872" name="Google Shape;872;p32"/>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4" name="Google Shape;874;p32"/>
          <p:cNvGrpSpPr/>
          <p:nvPr/>
        </p:nvGrpSpPr>
        <p:grpSpPr>
          <a:xfrm rot="-5400000">
            <a:off x="7274810" y="-1067450"/>
            <a:ext cx="3920501" cy="3213899"/>
            <a:chOff x="6643710" y="2822113"/>
            <a:chExt cx="3920501" cy="3213899"/>
          </a:xfrm>
        </p:grpSpPr>
        <p:pic>
          <p:nvPicPr>
            <p:cNvPr id="875" name="Google Shape;875;p32"/>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sp>
          <p:nvSpPr>
            <p:cNvPr id="876" name="Google Shape;876;p32"/>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2"/>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2"/>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9" name="Google Shape;879;p32"/>
            <p:cNvGrpSpPr/>
            <p:nvPr/>
          </p:nvGrpSpPr>
          <p:grpSpPr>
            <a:xfrm>
              <a:off x="8671987" y="3471620"/>
              <a:ext cx="699928" cy="1651024"/>
              <a:chOff x="8337812" y="3492483"/>
              <a:chExt cx="699928" cy="1651024"/>
            </a:xfrm>
          </p:grpSpPr>
          <p:sp>
            <p:nvSpPr>
              <p:cNvPr id="880" name="Google Shape;880;p3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32"/>
            <p:cNvGrpSpPr/>
            <p:nvPr/>
          </p:nvGrpSpPr>
          <p:grpSpPr>
            <a:xfrm>
              <a:off x="8279400" y="4281138"/>
              <a:ext cx="904666" cy="726121"/>
              <a:chOff x="7945225" y="4302000"/>
              <a:chExt cx="904666" cy="726121"/>
            </a:xfrm>
          </p:grpSpPr>
          <p:sp>
            <p:nvSpPr>
              <p:cNvPr id="884" name="Google Shape;884;p3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87" name="Shape 887"/>
        <p:cNvGrpSpPr/>
        <p:nvPr/>
      </p:nvGrpSpPr>
      <p:grpSpPr>
        <a:xfrm>
          <a:off x="0" y="0"/>
          <a:ext cx="0" cy="0"/>
          <a:chOff x="0" y="0"/>
          <a:chExt cx="0" cy="0"/>
        </a:xfrm>
      </p:grpSpPr>
      <p:sp>
        <p:nvSpPr>
          <p:cNvPr id="888" name="Google Shape;888;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9" name="Google Shape;889;p33"/>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AutoNum type="arabicPeriod"/>
              <a:defRPr/>
            </a:lvl1pPr>
            <a:lvl2pPr indent="-304800" lvl="1" marL="91440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90" name="Google Shape;890;p33"/>
          <p:cNvGrpSpPr/>
          <p:nvPr/>
        </p:nvGrpSpPr>
        <p:grpSpPr>
          <a:xfrm>
            <a:off x="6846993" y="-1382193"/>
            <a:ext cx="4230595" cy="4230595"/>
            <a:chOff x="6597168" y="-1305993"/>
            <a:chExt cx="4230595" cy="4230595"/>
          </a:xfrm>
        </p:grpSpPr>
        <p:sp>
          <p:nvSpPr>
            <p:cNvPr id="891" name="Google Shape;891;p33"/>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3"/>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3"/>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4" name="Google Shape;894;p33"/>
            <p:cNvGrpSpPr/>
            <p:nvPr/>
          </p:nvGrpSpPr>
          <p:grpSpPr>
            <a:xfrm>
              <a:off x="8449011" y="1244697"/>
              <a:ext cx="134100" cy="134100"/>
              <a:chOff x="-1999139" y="3143772"/>
              <a:chExt cx="134100" cy="134100"/>
            </a:xfrm>
          </p:grpSpPr>
          <p:sp>
            <p:nvSpPr>
              <p:cNvPr id="895" name="Google Shape;895;p33"/>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33"/>
            <p:cNvGrpSpPr/>
            <p:nvPr/>
          </p:nvGrpSpPr>
          <p:grpSpPr>
            <a:xfrm>
              <a:off x="8577286" y="2178484"/>
              <a:ext cx="134100" cy="134100"/>
              <a:chOff x="-1999139" y="3143772"/>
              <a:chExt cx="134100" cy="134100"/>
            </a:xfrm>
          </p:grpSpPr>
          <p:sp>
            <p:nvSpPr>
              <p:cNvPr id="898" name="Google Shape;898;p33"/>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0" name="Google Shape;900;p33"/>
            <p:cNvGrpSpPr/>
            <p:nvPr/>
          </p:nvGrpSpPr>
          <p:grpSpPr>
            <a:xfrm>
              <a:off x="8526386" y="311022"/>
              <a:ext cx="134004" cy="134004"/>
              <a:chOff x="8356813" y="1074288"/>
              <a:chExt cx="351900" cy="351900"/>
            </a:xfrm>
          </p:grpSpPr>
          <p:sp>
            <p:nvSpPr>
              <p:cNvPr id="901" name="Google Shape;901;p3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3" name="Google Shape;903;p33"/>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904" name="Google Shape;904;p33"/>
          <p:cNvGrpSpPr/>
          <p:nvPr/>
        </p:nvGrpSpPr>
        <p:grpSpPr>
          <a:xfrm rot="5400000">
            <a:off x="-1981527" y="1924690"/>
            <a:ext cx="6191222" cy="6191222"/>
            <a:chOff x="-2825827" y="1271890"/>
            <a:chExt cx="6191222" cy="6191222"/>
          </a:xfrm>
        </p:grpSpPr>
        <p:pic>
          <p:nvPicPr>
            <p:cNvPr id="905" name="Google Shape;905;p33"/>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906" name="Google Shape;906;p33"/>
            <p:cNvGrpSpPr/>
            <p:nvPr/>
          </p:nvGrpSpPr>
          <p:grpSpPr>
            <a:xfrm>
              <a:off x="-2825827" y="1271890"/>
              <a:ext cx="6191222" cy="6191222"/>
              <a:chOff x="-2825827" y="1271890"/>
              <a:chExt cx="6191222" cy="6191222"/>
            </a:xfrm>
          </p:grpSpPr>
          <p:sp>
            <p:nvSpPr>
              <p:cNvPr id="907" name="Google Shape;907;p33"/>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3"/>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9" name="Google Shape;909;p33"/>
              <p:cNvGrpSpPr/>
              <p:nvPr/>
            </p:nvGrpSpPr>
            <p:grpSpPr>
              <a:xfrm rot="10800000">
                <a:off x="384881" y="3042905"/>
                <a:ext cx="134100" cy="134100"/>
                <a:chOff x="-1999139" y="3143772"/>
                <a:chExt cx="134100" cy="134100"/>
              </a:xfrm>
            </p:grpSpPr>
            <p:sp>
              <p:nvSpPr>
                <p:cNvPr id="910" name="Google Shape;910;p33"/>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2" name="Google Shape;912;p33"/>
              <p:cNvGrpSpPr/>
              <p:nvPr/>
            </p:nvGrpSpPr>
            <p:grpSpPr>
              <a:xfrm rot="10800000">
                <a:off x="146106" y="3710980"/>
                <a:ext cx="134100" cy="134100"/>
                <a:chOff x="-1999139" y="3143772"/>
                <a:chExt cx="134100" cy="134100"/>
              </a:xfrm>
            </p:grpSpPr>
            <p:sp>
              <p:nvSpPr>
                <p:cNvPr id="913" name="Google Shape;913;p33"/>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3"/>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 name="Google Shape;915;p33"/>
              <p:cNvGrpSpPr/>
              <p:nvPr/>
            </p:nvGrpSpPr>
            <p:grpSpPr>
              <a:xfrm>
                <a:off x="-102297" y="3780153"/>
                <a:ext cx="939901" cy="2449421"/>
                <a:chOff x="-102297" y="3780153"/>
                <a:chExt cx="939901" cy="2449421"/>
              </a:xfrm>
            </p:grpSpPr>
            <p:sp>
              <p:nvSpPr>
                <p:cNvPr id="916" name="Google Shape;916;p33"/>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3"/>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8" name="Google Shape;918;p33"/>
                <p:cNvGrpSpPr/>
                <p:nvPr/>
              </p:nvGrpSpPr>
              <p:grpSpPr>
                <a:xfrm rot="10800000">
                  <a:off x="532825" y="5492502"/>
                  <a:ext cx="134004" cy="134004"/>
                  <a:chOff x="8356813" y="1074288"/>
                  <a:chExt cx="351900" cy="351900"/>
                </a:xfrm>
              </p:grpSpPr>
              <p:sp>
                <p:nvSpPr>
                  <p:cNvPr id="919" name="Google Shape;919;p3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921" name="Shape 921"/>
        <p:cNvGrpSpPr/>
        <p:nvPr/>
      </p:nvGrpSpPr>
      <p:grpSpPr>
        <a:xfrm>
          <a:off x="0" y="0"/>
          <a:ext cx="0" cy="0"/>
          <a:chOff x="0" y="0"/>
          <a:chExt cx="0" cy="0"/>
        </a:xfrm>
      </p:grpSpPr>
      <p:grpSp>
        <p:nvGrpSpPr>
          <p:cNvPr id="922" name="Google Shape;922;p34"/>
          <p:cNvGrpSpPr/>
          <p:nvPr/>
        </p:nvGrpSpPr>
        <p:grpSpPr>
          <a:xfrm>
            <a:off x="4582521" y="2433470"/>
            <a:ext cx="5022035" cy="4764449"/>
            <a:chOff x="4571996" y="2268220"/>
            <a:chExt cx="5022035" cy="4764449"/>
          </a:xfrm>
        </p:grpSpPr>
        <p:pic>
          <p:nvPicPr>
            <p:cNvPr id="923" name="Google Shape;923;p34"/>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924" name="Google Shape;924;p34"/>
            <p:cNvGrpSpPr/>
            <p:nvPr/>
          </p:nvGrpSpPr>
          <p:grpSpPr>
            <a:xfrm rot="10800000">
              <a:off x="4571996" y="2268220"/>
              <a:ext cx="5022035" cy="4764449"/>
              <a:chOff x="-494406" y="-1584825"/>
              <a:chExt cx="4397193" cy="4171657"/>
            </a:xfrm>
          </p:grpSpPr>
          <p:grpSp>
            <p:nvGrpSpPr>
              <p:cNvPr id="925" name="Google Shape;925;p34"/>
              <p:cNvGrpSpPr/>
              <p:nvPr/>
            </p:nvGrpSpPr>
            <p:grpSpPr>
              <a:xfrm>
                <a:off x="245875" y="-51824"/>
                <a:ext cx="208200" cy="1824700"/>
                <a:chOff x="1040050" y="3812126"/>
                <a:chExt cx="208200" cy="1824700"/>
              </a:xfrm>
            </p:grpSpPr>
            <p:sp>
              <p:nvSpPr>
                <p:cNvPr id="926" name="Google Shape;926;p3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 name="Google Shape;928;p34"/>
              <p:cNvGrpSpPr/>
              <p:nvPr/>
            </p:nvGrpSpPr>
            <p:grpSpPr>
              <a:xfrm rot="-8100000">
                <a:off x="540898" y="-1172741"/>
                <a:ext cx="2552124" cy="3347490"/>
                <a:chOff x="2976325" y="908175"/>
                <a:chExt cx="4028179" cy="5283555"/>
              </a:xfrm>
            </p:grpSpPr>
            <p:sp>
              <p:nvSpPr>
                <p:cNvPr id="929" name="Google Shape;929;p3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2" name="Google Shape;932;p34"/>
              <p:cNvGrpSpPr/>
              <p:nvPr/>
            </p:nvGrpSpPr>
            <p:grpSpPr>
              <a:xfrm>
                <a:off x="-1" y="621223"/>
                <a:ext cx="699940" cy="478601"/>
                <a:chOff x="39722" y="4349021"/>
                <a:chExt cx="1061964" cy="726143"/>
              </a:xfrm>
            </p:grpSpPr>
            <p:grpSp>
              <p:nvGrpSpPr>
                <p:cNvPr id="933" name="Google Shape;933;p34"/>
                <p:cNvGrpSpPr/>
                <p:nvPr/>
              </p:nvGrpSpPr>
              <p:grpSpPr>
                <a:xfrm rot="2700000">
                  <a:off x="140502" y="4460924"/>
                  <a:ext cx="524584" cy="502337"/>
                  <a:chOff x="1189791" y="-1767331"/>
                  <a:chExt cx="904284" cy="865933"/>
                </a:xfrm>
              </p:grpSpPr>
              <p:sp>
                <p:nvSpPr>
                  <p:cNvPr id="934" name="Google Shape;934;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5" name="Google Shape;935;p34"/>
                  <p:cNvGrpSpPr/>
                  <p:nvPr/>
                </p:nvGrpSpPr>
                <p:grpSpPr>
                  <a:xfrm>
                    <a:off x="1232795" y="-1740829"/>
                    <a:ext cx="717621" cy="717392"/>
                    <a:chOff x="1483457" y="3953671"/>
                    <a:chExt cx="717621" cy="717392"/>
                  </a:xfrm>
                </p:grpSpPr>
                <p:sp>
                  <p:nvSpPr>
                    <p:cNvPr id="936" name="Google Shape;936;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1" name="Google Shape;941;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2" name="Google Shape;942;p34"/>
              <p:cNvGrpSpPr/>
              <p:nvPr/>
            </p:nvGrpSpPr>
            <p:grpSpPr>
              <a:xfrm>
                <a:off x="955673" y="11"/>
                <a:ext cx="592576" cy="405260"/>
                <a:chOff x="39722" y="4349021"/>
                <a:chExt cx="1061964" cy="726143"/>
              </a:xfrm>
            </p:grpSpPr>
            <p:grpSp>
              <p:nvGrpSpPr>
                <p:cNvPr id="943" name="Google Shape;943;p34"/>
                <p:cNvGrpSpPr/>
                <p:nvPr/>
              </p:nvGrpSpPr>
              <p:grpSpPr>
                <a:xfrm rot="2700000">
                  <a:off x="140502" y="4460924"/>
                  <a:ext cx="524584" cy="502337"/>
                  <a:chOff x="1189791" y="-1767331"/>
                  <a:chExt cx="904284" cy="865933"/>
                </a:xfrm>
              </p:grpSpPr>
              <p:sp>
                <p:nvSpPr>
                  <p:cNvPr id="944" name="Google Shape;944;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5" name="Google Shape;945;p34"/>
                  <p:cNvGrpSpPr/>
                  <p:nvPr/>
                </p:nvGrpSpPr>
                <p:grpSpPr>
                  <a:xfrm>
                    <a:off x="1232795" y="-1740829"/>
                    <a:ext cx="717621" cy="717392"/>
                    <a:chOff x="1483457" y="3953671"/>
                    <a:chExt cx="717621" cy="717392"/>
                  </a:xfrm>
                </p:grpSpPr>
                <p:sp>
                  <p:nvSpPr>
                    <p:cNvPr id="946" name="Google Shape;946;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51" name="Google Shape;951;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2" name="Google Shape;952;p34"/>
              <p:cNvGrpSpPr/>
              <p:nvPr/>
            </p:nvGrpSpPr>
            <p:grpSpPr>
              <a:xfrm>
                <a:off x="441574" y="-36652"/>
                <a:ext cx="699940" cy="478601"/>
                <a:chOff x="39722" y="4349021"/>
                <a:chExt cx="1061964" cy="726143"/>
              </a:xfrm>
            </p:grpSpPr>
            <p:grpSp>
              <p:nvGrpSpPr>
                <p:cNvPr id="953" name="Google Shape;953;p34"/>
                <p:cNvGrpSpPr/>
                <p:nvPr/>
              </p:nvGrpSpPr>
              <p:grpSpPr>
                <a:xfrm rot="2700000">
                  <a:off x="140502" y="4460924"/>
                  <a:ext cx="524584" cy="502337"/>
                  <a:chOff x="1189791" y="-1767331"/>
                  <a:chExt cx="904284" cy="865933"/>
                </a:xfrm>
              </p:grpSpPr>
              <p:sp>
                <p:nvSpPr>
                  <p:cNvPr id="954" name="Google Shape;954;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34"/>
                  <p:cNvGrpSpPr/>
                  <p:nvPr/>
                </p:nvGrpSpPr>
                <p:grpSpPr>
                  <a:xfrm>
                    <a:off x="1232795" y="-1740829"/>
                    <a:ext cx="717621" cy="717392"/>
                    <a:chOff x="1483457" y="3953671"/>
                    <a:chExt cx="717621" cy="717392"/>
                  </a:xfrm>
                </p:grpSpPr>
                <p:sp>
                  <p:nvSpPr>
                    <p:cNvPr id="956" name="Google Shape;956;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1" name="Google Shape;961;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2" name="Google Shape;962;p34"/>
              <p:cNvGrpSpPr/>
              <p:nvPr/>
            </p:nvGrpSpPr>
            <p:grpSpPr>
              <a:xfrm>
                <a:off x="-494406" y="-252396"/>
                <a:ext cx="1741563" cy="1288563"/>
                <a:chOff x="-494406" y="-252396"/>
                <a:chExt cx="1741563" cy="1288563"/>
              </a:xfrm>
            </p:grpSpPr>
            <p:sp>
              <p:nvSpPr>
                <p:cNvPr id="963" name="Google Shape;963;p3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5" name="Google Shape;965;p34"/>
            <p:cNvGrpSpPr/>
            <p:nvPr/>
          </p:nvGrpSpPr>
          <p:grpSpPr>
            <a:xfrm>
              <a:off x="5643425" y="4968525"/>
              <a:ext cx="439200" cy="439100"/>
              <a:chOff x="1101075" y="2142375"/>
              <a:chExt cx="439200" cy="439100"/>
            </a:xfrm>
          </p:grpSpPr>
          <p:sp>
            <p:nvSpPr>
              <p:cNvPr id="966" name="Google Shape;966;p3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3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8" name="Google Shape;968;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69" name="Google Shape;969;p34"/>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70" name="Google Shape;970;p34"/>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71" name="Google Shape;971;p34"/>
          <p:cNvGrpSpPr/>
          <p:nvPr/>
        </p:nvGrpSpPr>
        <p:grpSpPr>
          <a:xfrm>
            <a:off x="-913829" y="-2335097"/>
            <a:ext cx="5022161" cy="4764814"/>
            <a:chOff x="-837629" y="-2258897"/>
            <a:chExt cx="5022161" cy="4764814"/>
          </a:xfrm>
        </p:grpSpPr>
        <p:grpSp>
          <p:nvGrpSpPr>
            <p:cNvPr id="972" name="Google Shape;972;p34"/>
            <p:cNvGrpSpPr/>
            <p:nvPr/>
          </p:nvGrpSpPr>
          <p:grpSpPr>
            <a:xfrm>
              <a:off x="-837629" y="-736613"/>
              <a:ext cx="1989039" cy="1471668"/>
              <a:chOff x="-494406" y="-252396"/>
              <a:chExt cx="1741563" cy="1288563"/>
            </a:xfrm>
          </p:grpSpPr>
          <p:sp>
            <p:nvSpPr>
              <p:cNvPr id="973" name="Google Shape;973;p34"/>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34"/>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5" name="Google Shape;975;p34"/>
            <p:cNvGrpSpPr/>
            <p:nvPr/>
          </p:nvGrpSpPr>
          <p:grpSpPr>
            <a:xfrm rot="-8100000">
              <a:off x="344623" y="-1788220"/>
              <a:ext cx="2915004" cy="3823461"/>
              <a:chOff x="2976325" y="908175"/>
              <a:chExt cx="4028179" cy="5283555"/>
            </a:xfrm>
          </p:grpSpPr>
          <p:sp>
            <p:nvSpPr>
              <p:cNvPr id="976" name="Google Shape;976;p34"/>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4"/>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34"/>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34"/>
            <p:cNvGrpSpPr/>
            <p:nvPr/>
          </p:nvGrpSpPr>
          <p:grpSpPr>
            <a:xfrm>
              <a:off x="-272968" y="261330"/>
              <a:ext cx="799446" cy="546640"/>
              <a:chOff x="39722" y="4349021"/>
              <a:chExt cx="1061964" cy="726143"/>
            </a:xfrm>
          </p:grpSpPr>
          <p:grpSp>
            <p:nvGrpSpPr>
              <p:cNvPr id="980" name="Google Shape;980;p34"/>
              <p:cNvGrpSpPr/>
              <p:nvPr/>
            </p:nvGrpSpPr>
            <p:grpSpPr>
              <a:xfrm rot="2700000">
                <a:off x="140502" y="4460924"/>
                <a:ext cx="524584" cy="502337"/>
                <a:chOff x="1189791" y="-1767331"/>
                <a:chExt cx="904284" cy="865933"/>
              </a:xfrm>
            </p:grpSpPr>
            <p:sp>
              <p:nvSpPr>
                <p:cNvPr id="981" name="Google Shape;981;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2" name="Google Shape;982;p34"/>
                <p:cNvGrpSpPr/>
                <p:nvPr/>
              </p:nvGrpSpPr>
              <p:grpSpPr>
                <a:xfrm>
                  <a:off x="1232795" y="-1740829"/>
                  <a:ext cx="717621" cy="717392"/>
                  <a:chOff x="1483457" y="3953671"/>
                  <a:chExt cx="717621" cy="717392"/>
                </a:xfrm>
              </p:grpSpPr>
              <p:sp>
                <p:nvSpPr>
                  <p:cNvPr id="983" name="Google Shape;983;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8" name="Google Shape;988;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89" name="Google Shape;989;p34"/>
          <p:cNvGrpSpPr/>
          <p:nvPr/>
        </p:nvGrpSpPr>
        <p:grpSpPr>
          <a:xfrm>
            <a:off x="-224248" y="3297090"/>
            <a:ext cx="605804" cy="2417785"/>
            <a:chOff x="-224248" y="3297090"/>
            <a:chExt cx="605804" cy="2417785"/>
          </a:xfrm>
        </p:grpSpPr>
        <p:grpSp>
          <p:nvGrpSpPr>
            <p:cNvPr id="990" name="Google Shape;990;p34"/>
            <p:cNvGrpSpPr/>
            <p:nvPr/>
          </p:nvGrpSpPr>
          <p:grpSpPr>
            <a:xfrm>
              <a:off x="143770" y="3630885"/>
              <a:ext cx="237785" cy="2083990"/>
              <a:chOff x="1040050" y="3812126"/>
              <a:chExt cx="208200" cy="1824700"/>
            </a:xfrm>
          </p:grpSpPr>
          <p:sp>
            <p:nvSpPr>
              <p:cNvPr id="991" name="Google Shape;991;p34"/>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4"/>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3" name="Google Shape;993;p34"/>
            <p:cNvGrpSpPr/>
            <p:nvPr/>
          </p:nvGrpSpPr>
          <p:grpSpPr>
            <a:xfrm rot="10800000">
              <a:off x="-224248" y="3297090"/>
              <a:ext cx="439200" cy="439100"/>
              <a:chOff x="1101075" y="2142375"/>
              <a:chExt cx="439200" cy="439100"/>
            </a:xfrm>
          </p:grpSpPr>
          <p:sp>
            <p:nvSpPr>
              <p:cNvPr id="994" name="Google Shape;994;p3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6" name="Google Shape;996;p34"/>
          <p:cNvGrpSpPr/>
          <p:nvPr/>
        </p:nvGrpSpPr>
        <p:grpSpPr>
          <a:xfrm>
            <a:off x="3585480" y="-1456810"/>
            <a:ext cx="3681465" cy="2759625"/>
            <a:chOff x="3585480" y="-1380610"/>
            <a:chExt cx="3681465" cy="2759625"/>
          </a:xfrm>
        </p:grpSpPr>
        <p:pic>
          <p:nvPicPr>
            <p:cNvPr id="997" name="Google Shape;997;p34"/>
            <p:cNvPicPr preferRelativeResize="0"/>
            <p:nvPr/>
          </p:nvPicPr>
          <p:blipFill rotWithShape="1">
            <a:blip r:embed="rId2">
              <a:alphaModFix/>
            </a:blip>
            <a:srcRect b="26177" l="16960" r="7121" t="24718"/>
            <a:stretch/>
          </p:blipFill>
          <p:spPr>
            <a:xfrm flipH="1" rot="10800000">
              <a:off x="3585480" y="-1380610"/>
              <a:ext cx="3615750" cy="2759625"/>
            </a:xfrm>
            <a:prstGeom prst="rect">
              <a:avLst/>
            </a:prstGeom>
            <a:noFill/>
            <a:ln>
              <a:noFill/>
            </a:ln>
          </p:spPr>
        </p:pic>
        <p:grpSp>
          <p:nvGrpSpPr>
            <p:cNvPr id="998" name="Google Shape;998;p34"/>
            <p:cNvGrpSpPr/>
            <p:nvPr/>
          </p:nvGrpSpPr>
          <p:grpSpPr>
            <a:xfrm>
              <a:off x="6590156" y="-232440"/>
              <a:ext cx="676790" cy="462843"/>
              <a:chOff x="39722" y="4349021"/>
              <a:chExt cx="1061964" cy="726143"/>
            </a:xfrm>
          </p:grpSpPr>
          <p:grpSp>
            <p:nvGrpSpPr>
              <p:cNvPr id="999" name="Google Shape;999;p34"/>
              <p:cNvGrpSpPr/>
              <p:nvPr/>
            </p:nvGrpSpPr>
            <p:grpSpPr>
              <a:xfrm rot="2700000">
                <a:off x="140502" y="4460924"/>
                <a:ext cx="524584" cy="502337"/>
                <a:chOff x="1189791" y="-1767331"/>
                <a:chExt cx="904284" cy="865933"/>
              </a:xfrm>
            </p:grpSpPr>
            <p:sp>
              <p:nvSpPr>
                <p:cNvPr id="1000" name="Google Shape;1000;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1" name="Google Shape;1001;p34"/>
                <p:cNvGrpSpPr/>
                <p:nvPr/>
              </p:nvGrpSpPr>
              <p:grpSpPr>
                <a:xfrm>
                  <a:off x="1232795" y="-1740829"/>
                  <a:ext cx="717621" cy="717392"/>
                  <a:chOff x="1483457" y="3953671"/>
                  <a:chExt cx="717621" cy="717392"/>
                </a:xfrm>
              </p:grpSpPr>
              <p:sp>
                <p:nvSpPr>
                  <p:cNvPr id="1002" name="Google Shape;1002;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7" name="Google Shape;1007;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8" name="Google Shape;1008;p34"/>
            <p:cNvGrpSpPr/>
            <p:nvPr/>
          </p:nvGrpSpPr>
          <p:grpSpPr>
            <a:xfrm>
              <a:off x="6003005" y="-274104"/>
              <a:ext cx="799446" cy="546640"/>
              <a:chOff x="39722" y="4349021"/>
              <a:chExt cx="1061964" cy="726143"/>
            </a:xfrm>
          </p:grpSpPr>
          <p:grpSp>
            <p:nvGrpSpPr>
              <p:cNvPr id="1009" name="Google Shape;1009;p34"/>
              <p:cNvGrpSpPr/>
              <p:nvPr/>
            </p:nvGrpSpPr>
            <p:grpSpPr>
              <a:xfrm rot="2700000">
                <a:off x="140502" y="4460924"/>
                <a:ext cx="524584" cy="502337"/>
                <a:chOff x="1189791" y="-1767331"/>
                <a:chExt cx="904284" cy="865933"/>
              </a:xfrm>
            </p:grpSpPr>
            <p:sp>
              <p:nvSpPr>
                <p:cNvPr id="1010" name="Google Shape;1010;p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1" name="Google Shape;1011;p34"/>
                <p:cNvGrpSpPr/>
                <p:nvPr/>
              </p:nvGrpSpPr>
              <p:grpSpPr>
                <a:xfrm>
                  <a:off x="1232795" y="-1740829"/>
                  <a:ext cx="717621" cy="717392"/>
                  <a:chOff x="1483457" y="3953671"/>
                  <a:chExt cx="717621" cy="717392"/>
                </a:xfrm>
              </p:grpSpPr>
              <p:sp>
                <p:nvSpPr>
                  <p:cNvPr id="1012" name="Google Shape;1012;p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7" name="Google Shape;1017;p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018" name="Shape 1018"/>
        <p:cNvGrpSpPr/>
        <p:nvPr/>
      </p:nvGrpSpPr>
      <p:grpSpPr>
        <a:xfrm>
          <a:off x="0" y="0"/>
          <a:ext cx="0" cy="0"/>
          <a:chOff x="0" y="0"/>
          <a:chExt cx="0" cy="0"/>
        </a:xfrm>
      </p:grpSpPr>
      <p:sp>
        <p:nvSpPr>
          <p:cNvPr id="1019" name="Google Shape;1019;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20" name="Google Shape;1020;p35"/>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21" name="Google Shape;1021;p35"/>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22" name="Google Shape;1022;p35"/>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23" name="Google Shape;1023;p35"/>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24" name="Google Shape;1024;p35"/>
          <p:cNvGrpSpPr/>
          <p:nvPr/>
        </p:nvGrpSpPr>
        <p:grpSpPr>
          <a:xfrm flipH="1" rot="-5400000">
            <a:off x="6239121" y="1032770"/>
            <a:ext cx="5022035" cy="4764449"/>
            <a:chOff x="4571996" y="2268220"/>
            <a:chExt cx="5022035" cy="4764449"/>
          </a:xfrm>
        </p:grpSpPr>
        <p:pic>
          <p:nvPicPr>
            <p:cNvPr id="1025" name="Google Shape;1025;p35"/>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1026" name="Google Shape;1026;p35"/>
            <p:cNvGrpSpPr/>
            <p:nvPr/>
          </p:nvGrpSpPr>
          <p:grpSpPr>
            <a:xfrm rot="10800000">
              <a:off x="4571996" y="2268220"/>
              <a:ext cx="5022035" cy="4764449"/>
              <a:chOff x="-494406" y="-1584825"/>
              <a:chExt cx="4397193" cy="4171657"/>
            </a:xfrm>
          </p:grpSpPr>
          <p:grpSp>
            <p:nvGrpSpPr>
              <p:cNvPr id="1027" name="Google Shape;1027;p35"/>
              <p:cNvGrpSpPr/>
              <p:nvPr/>
            </p:nvGrpSpPr>
            <p:grpSpPr>
              <a:xfrm>
                <a:off x="245875" y="-51824"/>
                <a:ext cx="208200" cy="1824700"/>
                <a:chOff x="1040050" y="3812126"/>
                <a:chExt cx="208200" cy="1824700"/>
              </a:xfrm>
            </p:grpSpPr>
            <p:sp>
              <p:nvSpPr>
                <p:cNvPr id="1028" name="Google Shape;1028;p3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35"/>
              <p:cNvGrpSpPr/>
              <p:nvPr/>
            </p:nvGrpSpPr>
            <p:grpSpPr>
              <a:xfrm rot="-8100000">
                <a:off x="540898" y="-1172741"/>
                <a:ext cx="2552124" cy="3347490"/>
                <a:chOff x="2976325" y="908175"/>
                <a:chExt cx="4028179" cy="5283555"/>
              </a:xfrm>
            </p:grpSpPr>
            <p:sp>
              <p:nvSpPr>
                <p:cNvPr id="1031" name="Google Shape;1031;p3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3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3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4" name="Google Shape;1034;p35"/>
              <p:cNvGrpSpPr/>
              <p:nvPr/>
            </p:nvGrpSpPr>
            <p:grpSpPr>
              <a:xfrm>
                <a:off x="-1" y="621223"/>
                <a:ext cx="699940" cy="478601"/>
                <a:chOff x="39722" y="4349021"/>
                <a:chExt cx="1061964" cy="726143"/>
              </a:xfrm>
            </p:grpSpPr>
            <p:grpSp>
              <p:nvGrpSpPr>
                <p:cNvPr id="1035" name="Google Shape;1035;p35"/>
                <p:cNvGrpSpPr/>
                <p:nvPr/>
              </p:nvGrpSpPr>
              <p:grpSpPr>
                <a:xfrm rot="2700000">
                  <a:off x="140502" y="4460924"/>
                  <a:ext cx="524584" cy="502337"/>
                  <a:chOff x="1189791" y="-1767331"/>
                  <a:chExt cx="904284" cy="865933"/>
                </a:xfrm>
              </p:grpSpPr>
              <p:sp>
                <p:nvSpPr>
                  <p:cNvPr id="1036" name="Google Shape;1036;p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7" name="Google Shape;1037;p35"/>
                  <p:cNvGrpSpPr/>
                  <p:nvPr/>
                </p:nvGrpSpPr>
                <p:grpSpPr>
                  <a:xfrm>
                    <a:off x="1232795" y="-1740829"/>
                    <a:ext cx="717621" cy="717392"/>
                    <a:chOff x="1483457" y="3953671"/>
                    <a:chExt cx="717621" cy="717392"/>
                  </a:xfrm>
                </p:grpSpPr>
                <p:sp>
                  <p:nvSpPr>
                    <p:cNvPr id="1038" name="Google Shape;1038;p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3" name="Google Shape;1043;p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4" name="Google Shape;1044;p35"/>
              <p:cNvGrpSpPr/>
              <p:nvPr/>
            </p:nvGrpSpPr>
            <p:grpSpPr>
              <a:xfrm>
                <a:off x="955673" y="11"/>
                <a:ext cx="592576" cy="405260"/>
                <a:chOff x="39722" y="4349021"/>
                <a:chExt cx="1061964" cy="726143"/>
              </a:xfrm>
            </p:grpSpPr>
            <p:grpSp>
              <p:nvGrpSpPr>
                <p:cNvPr id="1045" name="Google Shape;1045;p35"/>
                <p:cNvGrpSpPr/>
                <p:nvPr/>
              </p:nvGrpSpPr>
              <p:grpSpPr>
                <a:xfrm rot="2700000">
                  <a:off x="140502" y="4460924"/>
                  <a:ext cx="524584" cy="502337"/>
                  <a:chOff x="1189791" y="-1767331"/>
                  <a:chExt cx="904284" cy="865933"/>
                </a:xfrm>
              </p:grpSpPr>
              <p:sp>
                <p:nvSpPr>
                  <p:cNvPr id="1046" name="Google Shape;1046;p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7" name="Google Shape;1047;p35"/>
                  <p:cNvGrpSpPr/>
                  <p:nvPr/>
                </p:nvGrpSpPr>
                <p:grpSpPr>
                  <a:xfrm>
                    <a:off x="1232795" y="-1740829"/>
                    <a:ext cx="717621" cy="717392"/>
                    <a:chOff x="1483457" y="3953671"/>
                    <a:chExt cx="717621" cy="717392"/>
                  </a:xfrm>
                </p:grpSpPr>
                <p:sp>
                  <p:nvSpPr>
                    <p:cNvPr id="1048" name="Google Shape;1048;p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3" name="Google Shape;1053;p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54" name="Google Shape;1054;p35"/>
              <p:cNvGrpSpPr/>
              <p:nvPr/>
            </p:nvGrpSpPr>
            <p:grpSpPr>
              <a:xfrm>
                <a:off x="441574" y="-36652"/>
                <a:ext cx="699940" cy="478601"/>
                <a:chOff x="39722" y="4349021"/>
                <a:chExt cx="1061964" cy="726143"/>
              </a:xfrm>
            </p:grpSpPr>
            <p:grpSp>
              <p:nvGrpSpPr>
                <p:cNvPr id="1055" name="Google Shape;1055;p35"/>
                <p:cNvGrpSpPr/>
                <p:nvPr/>
              </p:nvGrpSpPr>
              <p:grpSpPr>
                <a:xfrm rot="2700000">
                  <a:off x="140502" y="4460924"/>
                  <a:ext cx="524584" cy="502337"/>
                  <a:chOff x="1189791" y="-1767331"/>
                  <a:chExt cx="904284" cy="865933"/>
                </a:xfrm>
              </p:grpSpPr>
              <p:sp>
                <p:nvSpPr>
                  <p:cNvPr id="1056" name="Google Shape;1056;p3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7" name="Google Shape;1057;p35"/>
                  <p:cNvGrpSpPr/>
                  <p:nvPr/>
                </p:nvGrpSpPr>
                <p:grpSpPr>
                  <a:xfrm>
                    <a:off x="1232795" y="-1740829"/>
                    <a:ext cx="717621" cy="717392"/>
                    <a:chOff x="1483457" y="3953671"/>
                    <a:chExt cx="717621" cy="717392"/>
                  </a:xfrm>
                </p:grpSpPr>
                <p:sp>
                  <p:nvSpPr>
                    <p:cNvPr id="1058" name="Google Shape;1058;p3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63" name="Google Shape;1063;p3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4" name="Google Shape;1064;p35"/>
              <p:cNvGrpSpPr/>
              <p:nvPr/>
            </p:nvGrpSpPr>
            <p:grpSpPr>
              <a:xfrm>
                <a:off x="-494406" y="-252396"/>
                <a:ext cx="1741563" cy="1288563"/>
                <a:chOff x="-494406" y="-252396"/>
                <a:chExt cx="1741563" cy="1288563"/>
              </a:xfrm>
            </p:grpSpPr>
            <p:sp>
              <p:nvSpPr>
                <p:cNvPr id="1065" name="Google Shape;1065;p3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67" name="Google Shape;1067;p35"/>
            <p:cNvGrpSpPr/>
            <p:nvPr/>
          </p:nvGrpSpPr>
          <p:grpSpPr>
            <a:xfrm>
              <a:off x="5643425" y="4968525"/>
              <a:ext cx="439200" cy="439100"/>
              <a:chOff x="1101075" y="2142375"/>
              <a:chExt cx="439200" cy="439100"/>
            </a:xfrm>
          </p:grpSpPr>
          <p:sp>
            <p:nvSpPr>
              <p:cNvPr id="1068" name="Google Shape;1068;p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70" name="Google Shape;1070;p35"/>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071" name="Google Shape;1071;p35"/>
          <p:cNvGrpSpPr/>
          <p:nvPr/>
        </p:nvGrpSpPr>
        <p:grpSpPr>
          <a:xfrm rot="10800000">
            <a:off x="6045700" y="237976"/>
            <a:ext cx="4558967" cy="134100"/>
            <a:chOff x="796100" y="3019701"/>
            <a:chExt cx="4558967" cy="134100"/>
          </a:xfrm>
        </p:grpSpPr>
        <p:sp>
          <p:nvSpPr>
            <p:cNvPr id="1072" name="Google Shape;1072;p3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3" name="Google Shape;1073;p3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74" name="Google Shape;1074;p3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5" name="Google Shape;1075;p35"/>
          <p:cNvGrpSpPr/>
          <p:nvPr/>
        </p:nvGrpSpPr>
        <p:grpSpPr>
          <a:xfrm>
            <a:off x="-1143750" y="3925887"/>
            <a:ext cx="4558967" cy="1517787"/>
            <a:chOff x="-1143750" y="3849687"/>
            <a:chExt cx="4558967" cy="1517787"/>
          </a:xfrm>
        </p:grpSpPr>
        <p:grpSp>
          <p:nvGrpSpPr>
            <p:cNvPr id="1076" name="Google Shape;1076;p35"/>
            <p:cNvGrpSpPr/>
            <p:nvPr/>
          </p:nvGrpSpPr>
          <p:grpSpPr>
            <a:xfrm rot="5400000">
              <a:off x="-805838" y="4155104"/>
              <a:ext cx="1517787" cy="906953"/>
              <a:chOff x="-55500" y="4835979"/>
              <a:chExt cx="1517787" cy="906953"/>
            </a:xfrm>
          </p:grpSpPr>
          <p:sp>
            <p:nvSpPr>
              <p:cNvPr id="1077" name="Google Shape;1077;p3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3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3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3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1" name="Google Shape;1081;p35"/>
            <p:cNvGrpSpPr/>
            <p:nvPr/>
          </p:nvGrpSpPr>
          <p:grpSpPr>
            <a:xfrm>
              <a:off x="-549966" y="3946426"/>
              <a:ext cx="2833357" cy="1421047"/>
              <a:chOff x="-677366" y="4067276"/>
              <a:chExt cx="2833357" cy="1421047"/>
            </a:xfrm>
          </p:grpSpPr>
          <p:sp>
            <p:nvSpPr>
              <p:cNvPr id="1082" name="Google Shape;1082;p3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3" name="Google Shape;1083;p35"/>
              <p:cNvGrpSpPr/>
              <p:nvPr/>
            </p:nvGrpSpPr>
            <p:grpSpPr>
              <a:xfrm>
                <a:off x="317735" y="4614472"/>
                <a:ext cx="161977" cy="161940"/>
                <a:chOff x="1101075" y="2142375"/>
                <a:chExt cx="439200" cy="439100"/>
              </a:xfrm>
            </p:grpSpPr>
            <p:sp>
              <p:nvSpPr>
                <p:cNvPr id="1084" name="Google Shape;1084;p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6" name="Google Shape;1086;p35"/>
              <p:cNvGrpSpPr/>
              <p:nvPr/>
            </p:nvGrpSpPr>
            <p:grpSpPr>
              <a:xfrm rot="10800000">
                <a:off x="1700151" y="5032693"/>
                <a:ext cx="161977" cy="161940"/>
                <a:chOff x="1101075" y="2142375"/>
                <a:chExt cx="439200" cy="439100"/>
              </a:xfrm>
            </p:grpSpPr>
            <p:sp>
              <p:nvSpPr>
                <p:cNvPr id="1087" name="Google Shape;1087;p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89" name="Google Shape;1089;p35"/>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0" name="Google Shape;1090;p35"/>
            <p:cNvGrpSpPr/>
            <p:nvPr/>
          </p:nvGrpSpPr>
          <p:grpSpPr>
            <a:xfrm>
              <a:off x="-1143750" y="4741576"/>
              <a:ext cx="4558967" cy="134100"/>
              <a:chOff x="796100" y="3019701"/>
              <a:chExt cx="4558967" cy="134100"/>
            </a:xfrm>
          </p:grpSpPr>
          <p:sp>
            <p:nvSpPr>
              <p:cNvPr id="1091" name="Google Shape;1091;p3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92" name="Google Shape;1092;p3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93" name="Google Shape;1093;p3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94" name="Shape 1094"/>
        <p:cNvGrpSpPr/>
        <p:nvPr/>
      </p:nvGrpSpPr>
      <p:grpSpPr>
        <a:xfrm>
          <a:off x="0" y="0"/>
          <a:ext cx="0" cy="0"/>
          <a:chOff x="0" y="0"/>
          <a:chExt cx="0" cy="0"/>
        </a:xfrm>
      </p:grpSpPr>
      <p:grpSp>
        <p:nvGrpSpPr>
          <p:cNvPr id="1095" name="Google Shape;1095;p36"/>
          <p:cNvGrpSpPr/>
          <p:nvPr/>
        </p:nvGrpSpPr>
        <p:grpSpPr>
          <a:xfrm>
            <a:off x="7059553" y="-2136808"/>
            <a:ext cx="4192757" cy="4558967"/>
            <a:chOff x="6983353" y="-2136808"/>
            <a:chExt cx="4192757" cy="4558967"/>
          </a:xfrm>
        </p:grpSpPr>
        <p:grpSp>
          <p:nvGrpSpPr>
            <p:cNvPr id="1096" name="Google Shape;1096;p36"/>
            <p:cNvGrpSpPr/>
            <p:nvPr/>
          </p:nvGrpSpPr>
          <p:grpSpPr>
            <a:xfrm rot="-509296">
              <a:off x="7187207" y="-982000"/>
              <a:ext cx="3785049" cy="3043008"/>
              <a:chOff x="7103825" y="-713112"/>
              <a:chExt cx="3785226" cy="3043150"/>
            </a:xfrm>
          </p:grpSpPr>
          <p:sp>
            <p:nvSpPr>
              <p:cNvPr id="1097" name="Google Shape;1097;p3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8" name="Google Shape;1098;p36"/>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1099" name="Google Shape;1099;p36"/>
            <p:cNvGrpSpPr/>
            <p:nvPr/>
          </p:nvGrpSpPr>
          <p:grpSpPr>
            <a:xfrm rot="5400000">
              <a:off x="6489450" y="75626"/>
              <a:ext cx="4558967" cy="134100"/>
              <a:chOff x="796100" y="3019701"/>
              <a:chExt cx="4558967" cy="134100"/>
            </a:xfrm>
          </p:grpSpPr>
          <p:sp>
            <p:nvSpPr>
              <p:cNvPr id="1100" name="Google Shape;1100;p3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01" name="Google Shape;1101;p3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102" name="Google Shape;1102;p3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03" name="Google Shape;1103;p36"/>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04" name="Google Shape;1104;p36"/>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05" name="Google Shape;1105;p36"/>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06" name="Google Shape;1106;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07" name="Google Shape;1107;p36"/>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08" name="Google Shape;1108;p36"/>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09" name="Google Shape;1109;p36"/>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110" name="Google Shape;1110;p36"/>
          <p:cNvGrpSpPr/>
          <p:nvPr/>
        </p:nvGrpSpPr>
        <p:grpSpPr>
          <a:xfrm>
            <a:off x="6067575" y="2796625"/>
            <a:ext cx="4006263" cy="4771152"/>
            <a:chOff x="5915175" y="2339425"/>
            <a:chExt cx="4006263" cy="4771152"/>
          </a:xfrm>
        </p:grpSpPr>
        <p:sp>
          <p:nvSpPr>
            <p:cNvPr id="1111" name="Google Shape;1111;p36"/>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36"/>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3" name="Google Shape;1113;p36"/>
            <p:cNvGrpSpPr/>
            <p:nvPr/>
          </p:nvGrpSpPr>
          <p:grpSpPr>
            <a:xfrm>
              <a:off x="7520550" y="4608575"/>
              <a:ext cx="582050" cy="582425"/>
              <a:chOff x="959750" y="3039275"/>
              <a:chExt cx="582050" cy="582425"/>
            </a:xfrm>
          </p:grpSpPr>
          <p:sp>
            <p:nvSpPr>
              <p:cNvPr id="1114" name="Google Shape;1114;p3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3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3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3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3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1" name="Google Shape;1121;p36"/>
            <p:cNvGrpSpPr/>
            <p:nvPr/>
          </p:nvGrpSpPr>
          <p:grpSpPr>
            <a:xfrm>
              <a:off x="8484675" y="3658275"/>
              <a:ext cx="582050" cy="582425"/>
              <a:chOff x="959750" y="3039275"/>
              <a:chExt cx="582050" cy="582425"/>
            </a:xfrm>
          </p:grpSpPr>
          <p:sp>
            <p:nvSpPr>
              <p:cNvPr id="1122" name="Google Shape;1122;p3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3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3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3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3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3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29" name="Google Shape;1129;p36"/>
          <p:cNvGrpSpPr/>
          <p:nvPr/>
        </p:nvGrpSpPr>
        <p:grpSpPr>
          <a:xfrm>
            <a:off x="-235366" y="3828554"/>
            <a:ext cx="5249359" cy="2992224"/>
            <a:chOff x="-258616" y="3430829"/>
            <a:chExt cx="5249359" cy="2992224"/>
          </a:xfrm>
        </p:grpSpPr>
        <p:pic>
          <p:nvPicPr>
            <p:cNvPr id="1130" name="Google Shape;1130;p36"/>
            <p:cNvPicPr preferRelativeResize="0"/>
            <p:nvPr/>
          </p:nvPicPr>
          <p:blipFill rotWithShape="1">
            <a:blip r:embed="rId3">
              <a:alphaModFix/>
            </a:blip>
            <a:srcRect b="26177" l="16960" r="7121" t="24718"/>
            <a:stretch/>
          </p:blipFill>
          <p:spPr>
            <a:xfrm>
              <a:off x="1070243" y="3430829"/>
              <a:ext cx="3920501" cy="2992224"/>
            </a:xfrm>
            <a:prstGeom prst="rect">
              <a:avLst/>
            </a:prstGeom>
            <a:noFill/>
            <a:ln>
              <a:noFill/>
            </a:ln>
          </p:spPr>
        </p:pic>
        <p:sp>
          <p:nvSpPr>
            <p:cNvPr id="1131" name="Google Shape;1131;p36"/>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36"/>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36"/>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36"/>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36"/>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6" name="Google Shape;1136;p36"/>
            <p:cNvGrpSpPr/>
            <p:nvPr/>
          </p:nvGrpSpPr>
          <p:grpSpPr>
            <a:xfrm>
              <a:off x="736485" y="4387072"/>
              <a:ext cx="161977" cy="161940"/>
              <a:chOff x="1101075" y="2142375"/>
              <a:chExt cx="439200" cy="439100"/>
            </a:xfrm>
          </p:grpSpPr>
          <p:sp>
            <p:nvSpPr>
              <p:cNvPr id="1137" name="Google Shape;1137;p3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9" name="Google Shape;1139;p36"/>
            <p:cNvGrpSpPr/>
            <p:nvPr/>
          </p:nvGrpSpPr>
          <p:grpSpPr>
            <a:xfrm rot="10800000">
              <a:off x="2118901" y="4805293"/>
              <a:ext cx="161977" cy="161940"/>
              <a:chOff x="1101075" y="2142375"/>
              <a:chExt cx="439200" cy="439100"/>
            </a:xfrm>
          </p:grpSpPr>
          <p:sp>
            <p:nvSpPr>
              <p:cNvPr id="1140" name="Google Shape;1140;p3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3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42" name="Google Shape;1142;p36"/>
          <p:cNvGrpSpPr/>
          <p:nvPr/>
        </p:nvGrpSpPr>
        <p:grpSpPr>
          <a:xfrm>
            <a:off x="-515563" y="-797996"/>
            <a:ext cx="1433417" cy="2584783"/>
            <a:chOff x="-363163" y="-645596"/>
            <a:chExt cx="1433417" cy="2584783"/>
          </a:xfrm>
        </p:grpSpPr>
        <p:grpSp>
          <p:nvGrpSpPr>
            <p:cNvPr id="1143" name="Google Shape;1143;p36"/>
            <p:cNvGrpSpPr/>
            <p:nvPr/>
          </p:nvGrpSpPr>
          <p:grpSpPr>
            <a:xfrm rot="10800000">
              <a:off x="-64595" y="-645596"/>
              <a:ext cx="1134849" cy="2370191"/>
              <a:chOff x="-575575" y="3685599"/>
              <a:chExt cx="1421048" cy="2967932"/>
            </a:xfrm>
          </p:grpSpPr>
          <p:sp>
            <p:nvSpPr>
              <p:cNvPr id="1144" name="Google Shape;1144;p36"/>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36"/>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6" name="Google Shape;1146;p36"/>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36"/>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8" name="Google Shape;1148;p36"/>
            <p:cNvGrpSpPr/>
            <p:nvPr/>
          </p:nvGrpSpPr>
          <p:grpSpPr>
            <a:xfrm flipH="1" rot="-2700000">
              <a:off x="-216370" y="1084101"/>
              <a:ext cx="708093" cy="708493"/>
              <a:chOff x="3678700" y="407275"/>
              <a:chExt cx="708100" cy="708500"/>
            </a:xfrm>
          </p:grpSpPr>
          <p:sp>
            <p:nvSpPr>
              <p:cNvPr id="1149" name="Google Shape;1149;p3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3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3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3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3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3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3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156" name="Shape 1156"/>
        <p:cNvGrpSpPr/>
        <p:nvPr/>
      </p:nvGrpSpPr>
      <p:grpSpPr>
        <a:xfrm>
          <a:off x="0" y="0"/>
          <a:ext cx="0" cy="0"/>
          <a:chOff x="0" y="0"/>
          <a:chExt cx="0" cy="0"/>
        </a:xfrm>
      </p:grpSpPr>
      <p:sp>
        <p:nvSpPr>
          <p:cNvPr id="1157" name="Google Shape;1157;p37"/>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58" name="Google Shape;1158;p37"/>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59" name="Google Shape;1159;p37"/>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0" name="Google Shape;1160;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61" name="Google Shape;1161;p37"/>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62" name="Google Shape;1162;p37"/>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63" name="Google Shape;1163;p37"/>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64" name="Google Shape;1164;p37"/>
          <p:cNvSpPr/>
          <p:nvPr>
            <p:ph idx="7" type="pic"/>
          </p:nvPr>
        </p:nvSpPr>
        <p:spPr>
          <a:xfrm>
            <a:off x="720000" y="1236800"/>
            <a:ext cx="1981800" cy="1662300"/>
          </a:xfrm>
          <a:prstGeom prst="snip1Rect">
            <a:avLst>
              <a:gd fmla="val 16667" name="adj"/>
            </a:avLst>
          </a:prstGeom>
          <a:noFill/>
          <a:ln>
            <a:noFill/>
          </a:ln>
        </p:spPr>
      </p:sp>
      <p:sp>
        <p:nvSpPr>
          <p:cNvPr id="1165" name="Google Shape;1165;p37"/>
          <p:cNvSpPr/>
          <p:nvPr>
            <p:ph idx="8" type="pic"/>
          </p:nvPr>
        </p:nvSpPr>
        <p:spPr>
          <a:xfrm>
            <a:off x="3584475" y="1236800"/>
            <a:ext cx="1981800" cy="1662300"/>
          </a:xfrm>
          <a:prstGeom prst="snip1Rect">
            <a:avLst>
              <a:gd fmla="val 16667" name="adj"/>
            </a:avLst>
          </a:prstGeom>
          <a:noFill/>
          <a:ln>
            <a:noFill/>
          </a:ln>
        </p:spPr>
      </p:sp>
      <p:sp>
        <p:nvSpPr>
          <p:cNvPr id="1166" name="Google Shape;1166;p37"/>
          <p:cNvSpPr/>
          <p:nvPr>
            <p:ph idx="9" type="pic"/>
          </p:nvPr>
        </p:nvSpPr>
        <p:spPr>
          <a:xfrm>
            <a:off x="6448950" y="1236800"/>
            <a:ext cx="1981800" cy="1662300"/>
          </a:xfrm>
          <a:prstGeom prst="snip1Rect">
            <a:avLst>
              <a:gd fmla="val 16667" name="adj"/>
            </a:avLst>
          </a:prstGeom>
          <a:noFill/>
          <a:ln>
            <a:noFill/>
          </a:ln>
        </p:spPr>
      </p:sp>
      <p:grpSp>
        <p:nvGrpSpPr>
          <p:cNvPr id="1167" name="Google Shape;1167;p37"/>
          <p:cNvGrpSpPr/>
          <p:nvPr/>
        </p:nvGrpSpPr>
        <p:grpSpPr>
          <a:xfrm>
            <a:off x="-928041" y="3925887"/>
            <a:ext cx="2833357" cy="1517787"/>
            <a:chOff x="-623241" y="3849687"/>
            <a:chExt cx="2833357" cy="1517787"/>
          </a:xfrm>
        </p:grpSpPr>
        <p:grpSp>
          <p:nvGrpSpPr>
            <p:cNvPr id="1168" name="Google Shape;1168;p37"/>
            <p:cNvGrpSpPr/>
            <p:nvPr/>
          </p:nvGrpSpPr>
          <p:grpSpPr>
            <a:xfrm rot="5400000">
              <a:off x="-879113" y="4155104"/>
              <a:ext cx="1517787" cy="906953"/>
              <a:chOff x="-55500" y="4835979"/>
              <a:chExt cx="1517787" cy="906953"/>
            </a:xfrm>
          </p:grpSpPr>
          <p:sp>
            <p:nvSpPr>
              <p:cNvPr id="1169" name="Google Shape;1169;p37"/>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37"/>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37"/>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37"/>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3" name="Google Shape;1173;p37"/>
            <p:cNvGrpSpPr/>
            <p:nvPr/>
          </p:nvGrpSpPr>
          <p:grpSpPr>
            <a:xfrm>
              <a:off x="-623241" y="3946426"/>
              <a:ext cx="2833357" cy="1421047"/>
              <a:chOff x="-677366" y="4067276"/>
              <a:chExt cx="2833357" cy="1421047"/>
            </a:xfrm>
          </p:grpSpPr>
          <p:sp>
            <p:nvSpPr>
              <p:cNvPr id="1174" name="Google Shape;1174;p37"/>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5" name="Google Shape;1175;p37"/>
              <p:cNvGrpSpPr/>
              <p:nvPr/>
            </p:nvGrpSpPr>
            <p:grpSpPr>
              <a:xfrm>
                <a:off x="317735" y="4614472"/>
                <a:ext cx="161977" cy="161940"/>
                <a:chOff x="1101075" y="2142375"/>
                <a:chExt cx="439200" cy="439100"/>
              </a:xfrm>
            </p:grpSpPr>
            <p:sp>
              <p:nvSpPr>
                <p:cNvPr id="1176" name="Google Shape;1176;p3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3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8" name="Google Shape;1178;p37"/>
              <p:cNvGrpSpPr/>
              <p:nvPr/>
            </p:nvGrpSpPr>
            <p:grpSpPr>
              <a:xfrm rot="10800000">
                <a:off x="1700151" y="5032693"/>
                <a:ext cx="161977" cy="161940"/>
                <a:chOff x="1101075" y="2142375"/>
                <a:chExt cx="439200" cy="439100"/>
              </a:xfrm>
            </p:grpSpPr>
            <p:sp>
              <p:nvSpPr>
                <p:cNvPr id="1179" name="Google Shape;1179;p3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3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81" name="Google Shape;1181;p37"/>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37"/>
          <p:cNvGrpSpPr/>
          <p:nvPr/>
        </p:nvGrpSpPr>
        <p:grpSpPr>
          <a:xfrm>
            <a:off x="6400125" y="-1754449"/>
            <a:ext cx="4189199" cy="3065874"/>
            <a:chOff x="6171525" y="-1678249"/>
            <a:chExt cx="4189199" cy="3065874"/>
          </a:xfrm>
        </p:grpSpPr>
        <p:sp>
          <p:nvSpPr>
            <p:cNvPr id="1183" name="Google Shape;1183;p37"/>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84" name="Google Shape;1184;p37"/>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185" name="Google Shape;1185;p37"/>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6" name="Google Shape;1186;p37"/>
            <p:cNvGrpSpPr/>
            <p:nvPr/>
          </p:nvGrpSpPr>
          <p:grpSpPr>
            <a:xfrm rot="-2700000">
              <a:off x="8302147" y="61289"/>
              <a:ext cx="582044" cy="582419"/>
              <a:chOff x="959750" y="3039275"/>
              <a:chExt cx="582050" cy="582425"/>
            </a:xfrm>
          </p:grpSpPr>
          <p:sp>
            <p:nvSpPr>
              <p:cNvPr id="1187" name="Google Shape;1187;p3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3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3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3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3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3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3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4" name="Google Shape;1194;p37"/>
            <p:cNvGrpSpPr/>
            <p:nvPr/>
          </p:nvGrpSpPr>
          <p:grpSpPr>
            <a:xfrm rot="-2700000">
              <a:off x="8551447" y="61289"/>
              <a:ext cx="582044" cy="582419"/>
              <a:chOff x="959750" y="3039275"/>
              <a:chExt cx="582050" cy="582425"/>
            </a:xfrm>
          </p:grpSpPr>
          <p:sp>
            <p:nvSpPr>
              <p:cNvPr id="1195" name="Google Shape;1195;p3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3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3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3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3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3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02" name="Google Shape;1202;p37"/>
          <p:cNvGrpSpPr/>
          <p:nvPr/>
        </p:nvGrpSpPr>
        <p:grpSpPr>
          <a:xfrm rot="2700000">
            <a:off x="8945322" y="2352177"/>
            <a:ext cx="439196" cy="439096"/>
            <a:chOff x="1101075" y="2142375"/>
            <a:chExt cx="439200" cy="439100"/>
          </a:xfrm>
        </p:grpSpPr>
        <p:sp>
          <p:nvSpPr>
            <p:cNvPr id="1203" name="Google Shape;1203;p3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3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5" name="Google Shape;1205;p37"/>
          <p:cNvGrpSpPr/>
          <p:nvPr/>
        </p:nvGrpSpPr>
        <p:grpSpPr>
          <a:xfrm rot="10800000">
            <a:off x="4995775" y="180626"/>
            <a:ext cx="4558967" cy="134100"/>
            <a:chOff x="796100" y="3019701"/>
            <a:chExt cx="4558967" cy="134100"/>
          </a:xfrm>
        </p:grpSpPr>
        <p:sp>
          <p:nvSpPr>
            <p:cNvPr id="1206" name="Google Shape;1206;p3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07" name="Google Shape;1207;p3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08" name="Google Shape;1208;p3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209" name="Shape 1209"/>
        <p:cNvGrpSpPr/>
        <p:nvPr/>
      </p:nvGrpSpPr>
      <p:grpSpPr>
        <a:xfrm>
          <a:off x="0" y="0"/>
          <a:ext cx="0" cy="0"/>
          <a:chOff x="0" y="0"/>
          <a:chExt cx="0" cy="0"/>
        </a:xfrm>
      </p:grpSpPr>
      <p:sp>
        <p:nvSpPr>
          <p:cNvPr id="1210" name="Google Shape;1210;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11" name="Google Shape;1211;p38"/>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2" name="Google Shape;1212;p38"/>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3" name="Google Shape;1213;p38"/>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4" name="Google Shape;1214;p38"/>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15" name="Google Shape;1215;p38"/>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16" name="Google Shape;1216;p38"/>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17" name="Google Shape;1217;p38"/>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18" name="Google Shape;1218;p38"/>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19" name="Google Shape;1219;p38"/>
          <p:cNvGrpSpPr/>
          <p:nvPr/>
        </p:nvGrpSpPr>
        <p:grpSpPr>
          <a:xfrm>
            <a:off x="-2902027" y="1271890"/>
            <a:ext cx="6191222" cy="6191222"/>
            <a:chOff x="-2825827" y="1271890"/>
            <a:chExt cx="6191222" cy="6191222"/>
          </a:xfrm>
        </p:grpSpPr>
        <p:pic>
          <p:nvPicPr>
            <p:cNvPr id="1220" name="Google Shape;1220;p38"/>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1221" name="Google Shape;1221;p38"/>
            <p:cNvGrpSpPr/>
            <p:nvPr/>
          </p:nvGrpSpPr>
          <p:grpSpPr>
            <a:xfrm>
              <a:off x="-2825827" y="1271890"/>
              <a:ext cx="6191222" cy="6191222"/>
              <a:chOff x="-2825827" y="1271890"/>
              <a:chExt cx="6191222" cy="6191222"/>
            </a:xfrm>
          </p:grpSpPr>
          <p:sp>
            <p:nvSpPr>
              <p:cNvPr id="1222" name="Google Shape;1222;p38"/>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38"/>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4" name="Google Shape;1224;p38"/>
              <p:cNvGrpSpPr/>
              <p:nvPr/>
            </p:nvGrpSpPr>
            <p:grpSpPr>
              <a:xfrm rot="10800000">
                <a:off x="384881" y="3042905"/>
                <a:ext cx="134100" cy="134100"/>
                <a:chOff x="-1999139" y="3143772"/>
                <a:chExt cx="134100" cy="134100"/>
              </a:xfrm>
            </p:grpSpPr>
            <p:sp>
              <p:nvSpPr>
                <p:cNvPr id="1225" name="Google Shape;1225;p38"/>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7" name="Google Shape;1227;p38"/>
              <p:cNvGrpSpPr/>
              <p:nvPr/>
            </p:nvGrpSpPr>
            <p:grpSpPr>
              <a:xfrm rot="10800000">
                <a:off x="146106" y="3710980"/>
                <a:ext cx="134100" cy="134100"/>
                <a:chOff x="-1999139" y="3143772"/>
                <a:chExt cx="134100" cy="134100"/>
              </a:xfrm>
            </p:grpSpPr>
            <p:sp>
              <p:nvSpPr>
                <p:cNvPr id="1228" name="Google Shape;1228;p38"/>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0" name="Google Shape;1230;p38"/>
              <p:cNvGrpSpPr/>
              <p:nvPr/>
            </p:nvGrpSpPr>
            <p:grpSpPr>
              <a:xfrm>
                <a:off x="-102297" y="3780153"/>
                <a:ext cx="939901" cy="2449421"/>
                <a:chOff x="-102297" y="3780153"/>
                <a:chExt cx="939901" cy="2449421"/>
              </a:xfrm>
            </p:grpSpPr>
            <p:sp>
              <p:nvSpPr>
                <p:cNvPr id="1231" name="Google Shape;1231;p38"/>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38"/>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3" name="Google Shape;1233;p38"/>
                <p:cNvGrpSpPr/>
                <p:nvPr/>
              </p:nvGrpSpPr>
              <p:grpSpPr>
                <a:xfrm rot="10800000">
                  <a:off x="532825" y="5492502"/>
                  <a:ext cx="134004" cy="134004"/>
                  <a:chOff x="8356813" y="1074288"/>
                  <a:chExt cx="351900" cy="351900"/>
                </a:xfrm>
              </p:grpSpPr>
              <p:sp>
                <p:nvSpPr>
                  <p:cNvPr id="1234" name="Google Shape;1234;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1236" name="Google Shape;1236;p38"/>
          <p:cNvGrpSpPr/>
          <p:nvPr/>
        </p:nvGrpSpPr>
        <p:grpSpPr>
          <a:xfrm>
            <a:off x="5650173" y="-1036475"/>
            <a:ext cx="6191222" cy="6865137"/>
            <a:chOff x="5497773" y="-1036475"/>
            <a:chExt cx="6191222" cy="6865137"/>
          </a:xfrm>
        </p:grpSpPr>
        <p:grpSp>
          <p:nvGrpSpPr>
            <p:cNvPr id="1237" name="Google Shape;1237;p38"/>
            <p:cNvGrpSpPr/>
            <p:nvPr/>
          </p:nvGrpSpPr>
          <p:grpSpPr>
            <a:xfrm>
              <a:off x="5497773" y="-362560"/>
              <a:ext cx="6191222" cy="6191222"/>
              <a:chOff x="5584373" y="-362560"/>
              <a:chExt cx="6191222" cy="6191222"/>
            </a:xfrm>
          </p:grpSpPr>
          <p:grpSp>
            <p:nvGrpSpPr>
              <p:cNvPr id="1238" name="Google Shape;1238;p38"/>
              <p:cNvGrpSpPr/>
              <p:nvPr/>
            </p:nvGrpSpPr>
            <p:grpSpPr>
              <a:xfrm>
                <a:off x="5584373" y="-362560"/>
                <a:ext cx="6191222" cy="6191222"/>
                <a:chOff x="5443673" y="-405860"/>
                <a:chExt cx="6191222" cy="6191222"/>
              </a:xfrm>
            </p:grpSpPr>
            <p:sp>
              <p:nvSpPr>
                <p:cNvPr id="1239" name="Google Shape;1239;p38"/>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38"/>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38"/>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38"/>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3" name="Google Shape;1243;p38"/>
              <p:cNvGrpSpPr/>
              <p:nvPr/>
            </p:nvGrpSpPr>
            <p:grpSpPr>
              <a:xfrm>
                <a:off x="8430786" y="3923547"/>
                <a:ext cx="134100" cy="134100"/>
                <a:chOff x="-1999139" y="3143772"/>
                <a:chExt cx="134100" cy="134100"/>
              </a:xfrm>
            </p:grpSpPr>
            <p:sp>
              <p:nvSpPr>
                <p:cNvPr id="1244" name="Google Shape;1244;p38"/>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6" name="Google Shape;1246;p38"/>
              <p:cNvGrpSpPr/>
              <p:nvPr/>
            </p:nvGrpSpPr>
            <p:grpSpPr>
              <a:xfrm>
                <a:off x="8669561" y="3255472"/>
                <a:ext cx="134100" cy="134100"/>
                <a:chOff x="-1999139" y="3143772"/>
                <a:chExt cx="134100" cy="134100"/>
              </a:xfrm>
            </p:grpSpPr>
            <p:sp>
              <p:nvSpPr>
                <p:cNvPr id="1247" name="Google Shape;1247;p38"/>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38"/>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9" name="Google Shape;1249;p38"/>
              <p:cNvGrpSpPr/>
              <p:nvPr/>
            </p:nvGrpSpPr>
            <p:grpSpPr>
              <a:xfrm>
                <a:off x="8612986" y="311022"/>
                <a:ext cx="134004" cy="134004"/>
                <a:chOff x="8356813" y="1074288"/>
                <a:chExt cx="351900" cy="351900"/>
              </a:xfrm>
            </p:grpSpPr>
            <p:sp>
              <p:nvSpPr>
                <p:cNvPr id="1250" name="Google Shape;1250;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52" name="Google Shape;1252;p38"/>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1253" name="Google Shape;1253;p38"/>
          <p:cNvGrpSpPr/>
          <p:nvPr/>
        </p:nvGrpSpPr>
        <p:grpSpPr>
          <a:xfrm>
            <a:off x="3983988" y="4933175"/>
            <a:ext cx="667916" cy="439200"/>
            <a:chOff x="3983988" y="4933175"/>
            <a:chExt cx="667916" cy="439200"/>
          </a:xfrm>
        </p:grpSpPr>
        <p:grpSp>
          <p:nvGrpSpPr>
            <p:cNvPr id="1254" name="Google Shape;1254;p38"/>
            <p:cNvGrpSpPr/>
            <p:nvPr/>
          </p:nvGrpSpPr>
          <p:grpSpPr>
            <a:xfrm rot="5400000">
              <a:off x="3983938" y="4933225"/>
              <a:ext cx="439200" cy="439100"/>
              <a:chOff x="1101075" y="2142375"/>
              <a:chExt cx="439200" cy="439100"/>
            </a:xfrm>
          </p:grpSpPr>
          <p:sp>
            <p:nvSpPr>
              <p:cNvPr id="1255" name="Google Shape;1255;p3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3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7" name="Google Shape;1257;p38"/>
            <p:cNvGrpSpPr/>
            <p:nvPr/>
          </p:nvGrpSpPr>
          <p:grpSpPr>
            <a:xfrm rot="5400000">
              <a:off x="4423062" y="5038369"/>
              <a:ext cx="228867" cy="228815"/>
              <a:chOff x="1101075" y="2142375"/>
              <a:chExt cx="439200" cy="439100"/>
            </a:xfrm>
          </p:grpSpPr>
          <p:sp>
            <p:nvSpPr>
              <p:cNvPr id="1258" name="Google Shape;1258;p3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3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60" name="Shape 1260"/>
        <p:cNvGrpSpPr/>
        <p:nvPr/>
      </p:nvGrpSpPr>
      <p:grpSpPr>
        <a:xfrm>
          <a:off x="0" y="0"/>
          <a:ext cx="0" cy="0"/>
          <a:chOff x="0" y="0"/>
          <a:chExt cx="0" cy="0"/>
        </a:xfrm>
      </p:grpSpPr>
      <p:sp>
        <p:nvSpPr>
          <p:cNvPr id="1261" name="Google Shape;1261;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62" name="Google Shape;1262;p39"/>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3" name="Google Shape;1263;p39"/>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4" name="Google Shape;1264;p39"/>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5" name="Google Shape;1265;p39"/>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6" name="Google Shape;1266;p39"/>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7" name="Google Shape;1267;p39"/>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8" name="Google Shape;1268;p39"/>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69" name="Google Shape;1269;p39"/>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70" name="Google Shape;1270;p39"/>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71" name="Google Shape;1271;p39"/>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72" name="Google Shape;1272;p39"/>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73" name="Google Shape;1273;p39"/>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74" name="Google Shape;1274;p39"/>
          <p:cNvGrpSpPr/>
          <p:nvPr/>
        </p:nvGrpSpPr>
        <p:grpSpPr>
          <a:xfrm>
            <a:off x="6102850" y="-1735180"/>
            <a:ext cx="4625025" cy="4171657"/>
            <a:chOff x="6026650" y="-1658980"/>
            <a:chExt cx="4625025" cy="4171657"/>
          </a:xfrm>
        </p:grpSpPr>
        <p:pic>
          <p:nvPicPr>
            <p:cNvPr id="1275" name="Google Shape;1275;p39"/>
            <p:cNvPicPr preferRelativeResize="0"/>
            <p:nvPr/>
          </p:nvPicPr>
          <p:blipFill rotWithShape="1">
            <a:blip r:embed="rId2">
              <a:alphaModFix/>
            </a:blip>
            <a:srcRect b="26177" l="16960" r="7121" t="24718"/>
            <a:stretch/>
          </p:blipFill>
          <p:spPr>
            <a:xfrm>
              <a:off x="7361325" y="-596625"/>
              <a:ext cx="2441950" cy="1863749"/>
            </a:xfrm>
            <a:prstGeom prst="rect">
              <a:avLst/>
            </a:prstGeom>
            <a:noFill/>
            <a:ln>
              <a:noFill/>
            </a:ln>
          </p:spPr>
        </p:pic>
        <p:grpSp>
          <p:nvGrpSpPr>
            <p:cNvPr id="1276" name="Google Shape;1276;p39"/>
            <p:cNvGrpSpPr/>
            <p:nvPr/>
          </p:nvGrpSpPr>
          <p:grpSpPr>
            <a:xfrm flipH="1" rot="-2700000">
              <a:off x="7289785" y="-1246897"/>
              <a:ext cx="2552124" cy="3347490"/>
              <a:chOff x="2976325" y="908175"/>
              <a:chExt cx="4028179" cy="5283555"/>
            </a:xfrm>
          </p:grpSpPr>
          <p:sp>
            <p:nvSpPr>
              <p:cNvPr id="1277" name="Google Shape;1277;p39"/>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39"/>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39"/>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0" name="Google Shape;1280;p39"/>
            <p:cNvGrpSpPr/>
            <p:nvPr/>
          </p:nvGrpSpPr>
          <p:grpSpPr>
            <a:xfrm>
              <a:off x="6026650" y="-49075"/>
              <a:ext cx="803471" cy="494095"/>
              <a:chOff x="6394675" y="-49075"/>
              <a:chExt cx="803471" cy="494095"/>
            </a:xfrm>
          </p:grpSpPr>
          <p:sp>
            <p:nvSpPr>
              <p:cNvPr id="1281" name="Google Shape;1281;p39"/>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39"/>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83" name="Google Shape;1283;p39"/>
          <p:cNvGrpSpPr/>
          <p:nvPr/>
        </p:nvGrpSpPr>
        <p:grpSpPr>
          <a:xfrm>
            <a:off x="-1089100" y="4200325"/>
            <a:ext cx="5368850" cy="1863749"/>
            <a:chOff x="-1089100" y="4200325"/>
            <a:chExt cx="5368850" cy="1863749"/>
          </a:xfrm>
        </p:grpSpPr>
        <p:grpSp>
          <p:nvGrpSpPr>
            <p:cNvPr id="1284" name="Google Shape;1284;p39"/>
            <p:cNvGrpSpPr/>
            <p:nvPr/>
          </p:nvGrpSpPr>
          <p:grpSpPr>
            <a:xfrm>
              <a:off x="-185037" y="4598363"/>
              <a:ext cx="904666" cy="726121"/>
              <a:chOff x="7945225" y="4302000"/>
              <a:chExt cx="904666" cy="726121"/>
            </a:xfrm>
          </p:grpSpPr>
          <p:sp>
            <p:nvSpPr>
              <p:cNvPr id="1285" name="Google Shape;1285;p3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3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88" name="Google Shape;1288;p39"/>
            <p:cNvPicPr preferRelativeResize="0"/>
            <p:nvPr/>
          </p:nvPicPr>
          <p:blipFill rotWithShape="1">
            <a:blip r:embed="rId2">
              <a:alphaModFix/>
            </a:blip>
            <a:srcRect b="26177" l="16960" r="7121" t="24718"/>
            <a:stretch/>
          </p:blipFill>
          <p:spPr>
            <a:xfrm>
              <a:off x="1837800" y="4200325"/>
              <a:ext cx="2441950" cy="1863749"/>
            </a:xfrm>
            <a:prstGeom prst="rect">
              <a:avLst/>
            </a:prstGeom>
            <a:noFill/>
            <a:ln>
              <a:noFill/>
            </a:ln>
          </p:spPr>
        </p:pic>
        <p:grpSp>
          <p:nvGrpSpPr>
            <p:cNvPr id="1289" name="Google Shape;1289;p39"/>
            <p:cNvGrpSpPr/>
            <p:nvPr/>
          </p:nvGrpSpPr>
          <p:grpSpPr>
            <a:xfrm rot="-2700000">
              <a:off x="390377" y="4688868"/>
              <a:ext cx="299453" cy="545119"/>
              <a:chOff x="-66426" y="1151064"/>
              <a:chExt cx="299455" cy="545125"/>
            </a:xfrm>
          </p:grpSpPr>
          <p:grpSp>
            <p:nvGrpSpPr>
              <p:cNvPr id="1290" name="Google Shape;1290;p39"/>
              <p:cNvGrpSpPr/>
              <p:nvPr/>
            </p:nvGrpSpPr>
            <p:grpSpPr>
              <a:xfrm>
                <a:off x="-66426" y="1396564"/>
                <a:ext cx="299455" cy="299625"/>
                <a:chOff x="3678700" y="407275"/>
                <a:chExt cx="708100" cy="708500"/>
              </a:xfrm>
            </p:grpSpPr>
            <p:sp>
              <p:nvSpPr>
                <p:cNvPr id="1291" name="Google Shape;1291;p3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3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3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3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3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3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3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8" name="Google Shape;1298;p39"/>
              <p:cNvGrpSpPr/>
              <p:nvPr/>
            </p:nvGrpSpPr>
            <p:grpSpPr>
              <a:xfrm>
                <a:off x="-66426" y="1151064"/>
                <a:ext cx="299455" cy="299625"/>
                <a:chOff x="3678700" y="407275"/>
                <a:chExt cx="708100" cy="708500"/>
              </a:xfrm>
            </p:grpSpPr>
            <p:sp>
              <p:nvSpPr>
                <p:cNvPr id="1299" name="Google Shape;1299;p3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3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3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3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3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3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3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06" name="Google Shape;1306;p39"/>
            <p:cNvGrpSpPr/>
            <p:nvPr/>
          </p:nvGrpSpPr>
          <p:grpSpPr>
            <a:xfrm>
              <a:off x="-1089100" y="4894376"/>
              <a:ext cx="4558967" cy="134100"/>
              <a:chOff x="796100" y="3019701"/>
              <a:chExt cx="4558967" cy="134100"/>
            </a:xfrm>
          </p:grpSpPr>
          <p:sp>
            <p:nvSpPr>
              <p:cNvPr id="1307" name="Google Shape;1307;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08" name="Google Shape;1308;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309" name="Google Shape;1309;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310" name="Shape 1310"/>
        <p:cNvGrpSpPr/>
        <p:nvPr/>
      </p:nvGrpSpPr>
      <p:grpSpPr>
        <a:xfrm>
          <a:off x="0" y="0"/>
          <a:ext cx="0" cy="0"/>
          <a:chOff x="0" y="0"/>
          <a:chExt cx="0" cy="0"/>
        </a:xfrm>
      </p:grpSpPr>
      <p:sp>
        <p:nvSpPr>
          <p:cNvPr id="1311" name="Google Shape;1311;p40"/>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2" name="Google Shape;1312;p40"/>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13" name="Google Shape;1313;p40"/>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4" name="Google Shape;1314;p40"/>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15" name="Google Shape;1315;p40"/>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1316" name="Google Shape;1316;p40"/>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317" name="Google Shape;1317;p40"/>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8" name="Google Shape;1318;p40"/>
          <p:cNvGrpSpPr/>
          <p:nvPr/>
        </p:nvGrpSpPr>
        <p:grpSpPr>
          <a:xfrm rot="5400000">
            <a:off x="8359950" y="-226050"/>
            <a:ext cx="439200" cy="439100"/>
            <a:chOff x="1101075" y="2142375"/>
            <a:chExt cx="439200" cy="439100"/>
          </a:xfrm>
        </p:grpSpPr>
        <p:sp>
          <p:nvSpPr>
            <p:cNvPr id="1319" name="Google Shape;1319;p4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4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1" name="Google Shape;1321;p40"/>
          <p:cNvGrpSpPr/>
          <p:nvPr/>
        </p:nvGrpSpPr>
        <p:grpSpPr>
          <a:xfrm>
            <a:off x="-903250" y="4838101"/>
            <a:ext cx="4558967" cy="134100"/>
            <a:chOff x="796100" y="3019701"/>
            <a:chExt cx="4558967" cy="134100"/>
          </a:xfrm>
        </p:grpSpPr>
        <p:sp>
          <p:nvSpPr>
            <p:cNvPr id="1322" name="Google Shape;1322;p4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23" name="Google Shape;1323;p4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324" name="Google Shape;1324;p4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325" name="Shape 1325"/>
        <p:cNvGrpSpPr/>
        <p:nvPr/>
      </p:nvGrpSpPr>
      <p:grpSpPr>
        <a:xfrm>
          <a:off x="0" y="0"/>
          <a:ext cx="0" cy="0"/>
          <a:chOff x="0" y="0"/>
          <a:chExt cx="0" cy="0"/>
        </a:xfrm>
      </p:grpSpPr>
      <p:sp>
        <p:nvSpPr>
          <p:cNvPr id="1326" name="Google Shape;1326;p41"/>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7" name="Google Shape;1327;p41"/>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6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328" name="Google Shape;1328;p41"/>
          <p:cNvGrpSpPr/>
          <p:nvPr/>
        </p:nvGrpSpPr>
        <p:grpSpPr>
          <a:xfrm>
            <a:off x="-291585" y="-494819"/>
            <a:ext cx="1448824" cy="2238804"/>
            <a:chOff x="-308635" y="-494819"/>
            <a:chExt cx="1448824" cy="2238804"/>
          </a:xfrm>
        </p:grpSpPr>
        <p:grpSp>
          <p:nvGrpSpPr>
            <p:cNvPr id="1329" name="Google Shape;1329;p41"/>
            <p:cNvGrpSpPr/>
            <p:nvPr/>
          </p:nvGrpSpPr>
          <p:grpSpPr>
            <a:xfrm>
              <a:off x="-275757" y="-242066"/>
              <a:ext cx="981772" cy="1986051"/>
              <a:chOff x="-293545" y="3454371"/>
              <a:chExt cx="981772" cy="1986051"/>
            </a:xfrm>
          </p:grpSpPr>
          <p:sp>
            <p:nvSpPr>
              <p:cNvPr id="1330" name="Google Shape;1330;p41"/>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41"/>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2" name="Google Shape;1332;p41"/>
            <p:cNvGrpSpPr/>
            <p:nvPr/>
          </p:nvGrpSpPr>
          <p:grpSpPr>
            <a:xfrm>
              <a:off x="364499" y="794648"/>
              <a:ext cx="699940" cy="478601"/>
              <a:chOff x="39722" y="4349021"/>
              <a:chExt cx="1061964" cy="726143"/>
            </a:xfrm>
          </p:grpSpPr>
          <p:grpSp>
            <p:nvGrpSpPr>
              <p:cNvPr id="1333" name="Google Shape;1333;p41"/>
              <p:cNvGrpSpPr/>
              <p:nvPr/>
            </p:nvGrpSpPr>
            <p:grpSpPr>
              <a:xfrm rot="2700000">
                <a:off x="140502" y="4460924"/>
                <a:ext cx="524584" cy="502337"/>
                <a:chOff x="1189791" y="-1767331"/>
                <a:chExt cx="904284" cy="865933"/>
              </a:xfrm>
            </p:grpSpPr>
            <p:sp>
              <p:nvSpPr>
                <p:cNvPr id="1334" name="Google Shape;1334;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5" name="Google Shape;1335;p41"/>
                <p:cNvGrpSpPr/>
                <p:nvPr/>
              </p:nvGrpSpPr>
              <p:grpSpPr>
                <a:xfrm>
                  <a:off x="1232795" y="-1740829"/>
                  <a:ext cx="717621" cy="717392"/>
                  <a:chOff x="1483457" y="3953671"/>
                  <a:chExt cx="717621" cy="717392"/>
                </a:xfrm>
              </p:grpSpPr>
              <p:sp>
                <p:nvSpPr>
                  <p:cNvPr id="1336" name="Google Shape;1336;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41" name="Google Shape;1341;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2" name="Google Shape;1342;p41"/>
            <p:cNvGrpSpPr/>
            <p:nvPr/>
          </p:nvGrpSpPr>
          <p:grpSpPr>
            <a:xfrm rot="-5400000">
              <a:off x="-460623" y="-342832"/>
              <a:ext cx="1351491" cy="1047516"/>
              <a:chOff x="-2460210" y="2758493"/>
              <a:chExt cx="1351491" cy="1047516"/>
            </a:xfrm>
          </p:grpSpPr>
          <p:sp>
            <p:nvSpPr>
              <p:cNvPr id="1343" name="Google Shape;1343;p41"/>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41"/>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41"/>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41"/>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7" name="Google Shape;1347;p41"/>
            <p:cNvGrpSpPr/>
            <p:nvPr/>
          </p:nvGrpSpPr>
          <p:grpSpPr>
            <a:xfrm>
              <a:off x="440249" y="455173"/>
              <a:ext cx="699940" cy="478601"/>
              <a:chOff x="39722" y="4349021"/>
              <a:chExt cx="1061964" cy="726143"/>
            </a:xfrm>
          </p:grpSpPr>
          <p:grpSp>
            <p:nvGrpSpPr>
              <p:cNvPr id="1348" name="Google Shape;1348;p41"/>
              <p:cNvGrpSpPr/>
              <p:nvPr/>
            </p:nvGrpSpPr>
            <p:grpSpPr>
              <a:xfrm rot="2700000">
                <a:off x="140502" y="4460924"/>
                <a:ext cx="524584" cy="502337"/>
                <a:chOff x="1189791" y="-1767331"/>
                <a:chExt cx="904284" cy="865933"/>
              </a:xfrm>
            </p:grpSpPr>
            <p:sp>
              <p:nvSpPr>
                <p:cNvPr id="1349" name="Google Shape;1349;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0" name="Google Shape;1350;p41"/>
                <p:cNvGrpSpPr/>
                <p:nvPr/>
              </p:nvGrpSpPr>
              <p:grpSpPr>
                <a:xfrm>
                  <a:off x="1232795" y="-1740829"/>
                  <a:ext cx="717621" cy="717392"/>
                  <a:chOff x="1483457" y="3953671"/>
                  <a:chExt cx="717621" cy="717392"/>
                </a:xfrm>
              </p:grpSpPr>
              <p:sp>
                <p:nvSpPr>
                  <p:cNvPr id="1351" name="Google Shape;1351;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6" name="Google Shape;1356;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7" name="Google Shape;1357;p41"/>
            <p:cNvGrpSpPr/>
            <p:nvPr/>
          </p:nvGrpSpPr>
          <p:grpSpPr>
            <a:xfrm>
              <a:off x="-63826" y="511661"/>
              <a:ext cx="699940" cy="478601"/>
              <a:chOff x="39722" y="4349021"/>
              <a:chExt cx="1061964" cy="726143"/>
            </a:xfrm>
          </p:grpSpPr>
          <p:grpSp>
            <p:nvGrpSpPr>
              <p:cNvPr id="1358" name="Google Shape;1358;p41"/>
              <p:cNvGrpSpPr/>
              <p:nvPr/>
            </p:nvGrpSpPr>
            <p:grpSpPr>
              <a:xfrm rot="2700000">
                <a:off x="140502" y="4460924"/>
                <a:ext cx="524584" cy="502337"/>
                <a:chOff x="1189791" y="-1767331"/>
                <a:chExt cx="904284" cy="865933"/>
              </a:xfrm>
            </p:grpSpPr>
            <p:sp>
              <p:nvSpPr>
                <p:cNvPr id="1359" name="Google Shape;1359;p4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0" name="Google Shape;1360;p41"/>
                <p:cNvGrpSpPr/>
                <p:nvPr/>
              </p:nvGrpSpPr>
              <p:grpSpPr>
                <a:xfrm>
                  <a:off x="1232795" y="-1740829"/>
                  <a:ext cx="717621" cy="717392"/>
                  <a:chOff x="1483457" y="3953671"/>
                  <a:chExt cx="717621" cy="717392"/>
                </a:xfrm>
              </p:grpSpPr>
              <p:sp>
                <p:nvSpPr>
                  <p:cNvPr id="1361" name="Google Shape;1361;p4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4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4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4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4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66" name="Google Shape;1366;p4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67" name="Google Shape;1367;p41"/>
          <p:cNvGrpSpPr/>
          <p:nvPr/>
        </p:nvGrpSpPr>
        <p:grpSpPr>
          <a:xfrm>
            <a:off x="2659712" y="4275400"/>
            <a:ext cx="4952059" cy="2992224"/>
            <a:chOff x="2659712" y="4275400"/>
            <a:chExt cx="4952059" cy="2992224"/>
          </a:xfrm>
        </p:grpSpPr>
        <p:pic>
          <p:nvPicPr>
            <p:cNvPr id="1368" name="Google Shape;1368;p41"/>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1369" name="Google Shape;1369;p41"/>
            <p:cNvGrpSpPr/>
            <p:nvPr/>
          </p:nvGrpSpPr>
          <p:grpSpPr>
            <a:xfrm rot="-5400000">
              <a:off x="3258038" y="4413859"/>
              <a:ext cx="906953" cy="1517787"/>
              <a:chOff x="79748" y="2808602"/>
              <a:chExt cx="906953" cy="1517787"/>
            </a:xfrm>
          </p:grpSpPr>
          <p:sp>
            <p:nvSpPr>
              <p:cNvPr id="1370" name="Google Shape;1370;p41"/>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1"/>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41"/>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41"/>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4" name="Google Shape;1374;p41"/>
            <p:cNvGrpSpPr/>
            <p:nvPr/>
          </p:nvGrpSpPr>
          <p:grpSpPr>
            <a:xfrm rot="5400000">
              <a:off x="5484569" y="3756062"/>
              <a:ext cx="1421047" cy="2833357"/>
              <a:chOff x="334358" y="2186737"/>
              <a:chExt cx="1421047" cy="2833357"/>
            </a:xfrm>
          </p:grpSpPr>
          <p:sp>
            <p:nvSpPr>
              <p:cNvPr id="1375" name="Google Shape;1375;p41"/>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6" name="Google Shape;1376;p41"/>
              <p:cNvGrpSpPr/>
              <p:nvPr/>
            </p:nvGrpSpPr>
            <p:grpSpPr>
              <a:xfrm rot="5400000">
                <a:off x="1046250" y="3181856"/>
                <a:ext cx="161977" cy="161940"/>
                <a:chOff x="1101075" y="2142375"/>
                <a:chExt cx="439200" cy="439100"/>
              </a:xfrm>
            </p:grpSpPr>
            <p:sp>
              <p:nvSpPr>
                <p:cNvPr id="1377" name="Google Shape;1377;p4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4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9" name="Google Shape;1379;p41"/>
              <p:cNvGrpSpPr/>
              <p:nvPr/>
            </p:nvGrpSpPr>
            <p:grpSpPr>
              <a:xfrm rot="-5400000">
                <a:off x="628029" y="4564272"/>
                <a:ext cx="161977" cy="161940"/>
                <a:chOff x="1101075" y="2142375"/>
                <a:chExt cx="439200" cy="439100"/>
              </a:xfrm>
            </p:grpSpPr>
            <p:sp>
              <p:nvSpPr>
                <p:cNvPr id="1380" name="Google Shape;1380;p4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4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382" name="Google Shape;1382;p41"/>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83" name="Shape 1383"/>
        <p:cNvGrpSpPr/>
        <p:nvPr/>
      </p:nvGrpSpPr>
      <p:grpSpPr>
        <a:xfrm>
          <a:off x="0" y="0"/>
          <a:ext cx="0" cy="0"/>
          <a:chOff x="0" y="0"/>
          <a:chExt cx="0" cy="0"/>
        </a:xfrm>
      </p:grpSpPr>
      <p:grpSp>
        <p:nvGrpSpPr>
          <p:cNvPr id="1384" name="Google Shape;1384;p42"/>
          <p:cNvGrpSpPr/>
          <p:nvPr/>
        </p:nvGrpSpPr>
        <p:grpSpPr>
          <a:xfrm>
            <a:off x="-623241" y="3925887"/>
            <a:ext cx="2833357" cy="1517787"/>
            <a:chOff x="-623241" y="3849687"/>
            <a:chExt cx="2833357" cy="1517787"/>
          </a:xfrm>
        </p:grpSpPr>
        <p:grpSp>
          <p:nvGrpSpPr>
            <p:cNvPr id="1385" name="Google Shape;1385;p42"/>
            <p:cNvGrpSpPr/>
            <p:nvPr/>
          </p:nvGrpSpPr>
          <p:grpSpPr>
            <a:xfrm rot="5400000">
              <a:off x="-879113" y="4155104"/>
              <a:ext cx="1517787" cy="906953"/>
              <a:chOff x="-55500" y="4835979"/>
              <a:chExt cx="1517787" cy="906953"/>
            </a:xfrm>
          </p:grpSpPr>
          <p:sp>
            <p:nvSpPr>
              <p:cNvPr id="1386" name="Google Shape;1386;p42"/>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42"/>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42"/>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42"/>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0" name="Google Shape;1390;p42"/>
            <p:cNvGrpSpPr/>
            <p:nvPr/>
          </p:nvGrpSpPr>
          <p:grpSpPr>
            <a:xfrm>
              <a:off x="-623241" y="3946426"/>
              <a:ext cx="2833357" cy="1421047"/>
              <a:chOff x="-677366" y="4067276"/>
              <a:chExt cx="2833357" cy="1421047"/>
            </a:xfrm>
          </p:grpSpPr>
          <p:sp>
            <p:nvSpPr>
              <p:cNvPr id="1391" name="Google Shape;1391;p42"/>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2" name="Google Shape;1392;p42"/>
              <p:cNvGrpSpPr/>
              <p:nvPr/>
            </p:nvGrpSpPr>
            <p:grpSpPr>
              <a:xfrm>
                <a:off x="317735" y="4614472"/>
                <a:ext cx="161977" cy="161940"/>
                <a:chOff x="1101075" y="2142375"/>
                <a:chExt cx="439200" cy="439100"/>
              </a:xfrm>
            </p:grpSpPr>
            <p:sp>
              <p:nvSpPr>
                <p:cNvPr id="1393" name="Google Shape;1393;p4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4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5" name="Google Shape;1395;p42"/>
              <p:cNvGrpSpPr/>
              <p:nvPr/>
            </p:nvGrpSpPr>
            <p:grpSpPr>
              <a:xfrm rot="10800000">
                <a:off x="1700151" y="5032693"/>
                <a:ext cx="161977" cy="161940"/>
                <a:chOff x="1101075" y="2142375"/>
                <a:chExt cx="439200" cy="439100"/>
              </a:xfrm>
            </p:grpSpPr>
            <p:sp>
              <p:nvSpPr>
                <p:cNvPr id="1396" name="Google Shape;1396;p4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4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98" name="Google Shape;1398;p42"/>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9" name="Google Shape;1399;p42"/>
          <p:cNvGrpSpPr/>
          <p:nvPr/>
        </p:nvGrpSpPr>
        <p:grpSpPr>
          <a:xfrm>
            <a:off x="6323925" y="-1678249"/>
            <a:ext cx="4189199" cy="3065874"/>
            <a:chOff x="6171525" y="-1678249"/>
            <a:chExt cx="4189199" cy="3065874"/>
          </a:xfrm>
        </p:grpSpPr>
        <p:sp>
          <p:nvSpPr>
            <p:cNvPr id="1400" name="Google Shape;1400;p42"/>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01" name="Google Shape;1401;p42"/>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402" name="Google Shape;1402;p42"/>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3" name="Google Shape;1403;p42"/>
            <p:cNvGrpSpPr/>
            <p:nvPr/>
          </p:nvGrpSpPr>
          <p:grpSpPr>
            <a:xfrm rot="-2700000">
              <a:off x="8302147" y="61289"/>
              <a:ext cx="582044" cy="582419"/>
              <a:chOff x="959750" y="3039275"/>
              <a:chExt cx="582050" cy="582425"/>
            </a:xfrm>
          </p:grpSpPr>
          <p:sp>
            <p:nvSpPr>
              <p:cNvPr id="1404" name="Google Shape;1404;p4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4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4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4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4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4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4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1" name="Google Shape;1411;p42"/>
            <p:cNvGrpSpPr/>
            <p:nvPr/>
          </p:nvGrpSpPr>
          <p:grpSpPr>
            <a:xfrm rot="-2700000">
              <a:off x="8551447" y="61289"/>
              <a:ext cx="582044" cy="582419"/>
              <a:chOff x="959750" y="3039275"/>
              <a:chExt cx="582050" cy="582425"/>
            </a:xfrm>
          </p:grpSpPr>
          <p:sp>
            <p:nvSpPr>
              <p:cNvPr id="1412" name="Google Shape;1412;p4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4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4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4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4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4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4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19" name="Google Shape;1419;p42"/>
          <p:cNvGrpSpPr/>
          <p:nvPr/>
        </p:nvGrpSpPr>
        <p:grpSpPr>
          <a:xfrm rot="2700000">
            <a:off x="8945322" y="2352177"/>
            <a:ext cx="439196" cy="439096"/>
            <a:chOff x="1101075" y="2142375"/>
            <a:chExt cx="439200" cy="439100"/>
          </a:xfrm>
        </p:grpSpPr>
        <p:sp>
          <p:nvSpPr>
            <p:cNvPr id="1420" name="Google Shape;1420;p4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4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1422" name="Shape 1422"/>
        <p:cNvGrpSpPr/>
        <p:nvPr/>
      </p:nvGrpSpPr>
      <p:grpSpPr>
        <a:xfrm>
          <a:off x="0" y="0"/>
          <a:ext cx="0" cy="0"/>
          <a:chOff x="0" y="0"/>
          <a:chExt cx="0" cy="0"/>
        </a:xfrm>
      </p:grpSpPr>
      <p:grpSp>
        <p:nvGrpSpPr>
          <p:cNvPr id="1423" name="Google Shape;1423;p43"/>
          <p:cNvGrpSpPr/>
          <p:nvPr/>
        </p:nvGrpSpPr>
        <p:grpSpPr>
          <a:xfrm>
            <a:off x="8332551" y="-7"/>
            <a:ext cx="2386151" cy="3293873"/>
            <a:chOff x="8256351" y="-7"/>
            <a:chExt cx="2386151" cy="3293873"/>
          </a:xfrm>
        </p:grpSpPr>
        <p:pic>
          <p:nvPicPr>
            <p:cNvPr id="1424" name="Google Shape;1424;p43"/>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1425" name="Google Shape;1425;p43"/>
            <p:cNvGrpSpPr/>
            <p:nvPr/>
          </p:nvGrpSpPr>
          <p:grpSpPr>
            <a:xfrm rot="10800000">
              <a:off x="8452444" y="-7"/>
              <a:ext cx="325154" cy="1788670"/>
              <a:chOff x="8869019" y="-622132"/>
              <a:chExt cx="325154" cy="1788670"/>
            </a:xfrm>
          </p:grpSpPr>
          <p:sp>
            <p:nvSpPr>
              <p:cNvPr id="1426" name="Google Shape;1426;p43"/>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7" name="Google Shape;1427;p43"/>
              <p:cNvGrpSpPr/>
              <p:nvPr/>
            </p:nvGrpSpPr>
            <p:grpSpPr>
              <a:xfrm rot="1800062">
                <a:off x="9035610" y="1007995"/>
                <a:ext cx="134040" cy="134009"/>
                <a:chOff x="1101075" y="2142375"/>
                <a:chExt cx="439200" cy="439100"/>
              </a:xfrm>
            </p:grpSpPr>
            <p:sp>
              <p:nvSpPr>
                <p:cNvPr id="1428" name="Google Shape;1428;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430" name="Google Shape;1430;p43"/>
          <p:cNvGrpSpPr/>
          <p:nvPr/>
        </p:nvGrpSpPr>
        <p:grpSpPr>
          <a:xfrm>
            <a:off x="-213525" y="171225"/>
            <a:ext cx="439200" cy="439100"/>
            <a:chOff x="1101075" y="2142375"/>
            <a:chExt cx="439200" cy="439100"/>
          </a:xfrm>
        </p:grpSpPr>
        <p:sp>
          <p:nvSpPr>
            <p:cNvPr id="1431" name="Google Shape;1431;p4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4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3" name="Google Shape;1433;p43"/>
          <p:cNvGrpSpPr/>
          <p:nvPr/>
        </p:nvGrpSpPr>
        <p:grpSpPr>
          <a:xfrm>
            <a:off x="-1262974" y="3161328"/>
            <a:ext cx="4822591" cy="2934500"/>
            <a:chOff x="-1186774" y="3161328"/>
            <a:chExt cx="4822591" cy="2934500"/>
          </a:xfrm>
        </p:grpSpPr>
        <p:pic>
          <p:nvPicPr>
            <p:cNvPr id="1434" name="Google Shape;1434;p43"/>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1435" name="Google Shape;1435;p43"/>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6" name="Google Shape;1436;p43"/>
            <p:cNvGrpSpPr/>
            <p:nvPr/>
          </p:nvGrpSpPr>
          <p:grpSpPr>
            <a:xfrm>
              <a:off x="58899" y="4608583"/>
              <a:ext cx="604346" cy="657081"/>
              <a:chOff x="58899" y="4608583"/>
              <a:chExt cx="604346" cy="657081"/>
            </a:xfrm>
          </p:grpSpPr>
          <p:grpSp>
            <p:nvGrpSpPr>
              <p:cNvPr id="1437" name="Google Shape;1437;p43"/>
              <p:cNvGrpSpPr/>
              <p:nvPr/>
            </p:nvGrpSpPr>
            <p:grpSpPr>
              <a:xfrm rot="10800000">
                <a:off x="58899" y="4608583"/>
                <a:ext cx="328346" cy="328531"/>
                <a:chOff x="3678700" y="407275"/>
                <a:chExt cx="708100" cy="708500"/>
              </a:xfrm>
            </p:grpSpPr>
            <p:sp>
              <p:nvSpPr>
                <p:cNvPr id="1438" name="Google Shape;1438;p4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4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4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4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4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4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4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5" name="Google Shape;1445;p43"/>
              <p:cNvGrpSpPr/>
              <p:nvPr/>
            </p:nvGrpSpPr>
            <p:grpSpPr>
              <a:xfrm rot="10800000">
                <a:off x="334899" y="4608583"/>
                <a:ext cx="328346" cy="328531"/>
                <a:chOff x="3678700" y="407275"/>
                <a:chExt cx="708100" cy="708500"/>
              </a:xfrm>
            </p:grpSpPr>
            <p:sp>
              <p:nvSpPr>
                <p:cNvPr id="1446" name="Google Shape;1446;p4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4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4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4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4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4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4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3" name="Google Shape;1453;p43"/>
              <p:cNvGrpSpPr/>
              <p:nvPr/>
            </p:nvGrpSpPr>
            <p:grpSpPr>
              <a:xfrm rot="10800000">
                <a:off x="282574" y="4937133"/>
                <a:ext cx="328346" cy="328531"/>
                <a:chOff x="3678700" y="407275"/>
                <a:chExt cx="708100" cy="708500"/>
              </a:xfrm>
            </p:grpSpPr>
            <p:sp>
              <p:nvSpPr>
                <p:cNvPr id="1454" name="Google Shape;1454;p4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4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4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4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4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4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4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61" name="Google Shape;1461;p43"/>
            <p:cNvGrpSpPr/>
            <p:nvPr/>
          </p:nvGrpSpPr>
          <p:grpSpPr>
            <a:xfrm>
              <a:off x="-923150" y="4796551"/>
              <a:ext cx="4558967" cy="134100"/>
              <a:chOff x="796100" y="3019701"/>
              <a:chExt cx="4558967" cy="134100"/>
            </a:xfrm>
          </p:grpSpPr>
          <p:sp>
            <p:nvSpPr>
              <p:cNvPr id="1462" name="Google Shape;1462;p43"/>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63" name="Google Shape;1463;p43"/>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1464" name="Google Shape;1464;p43"/>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68" name="Shape 1468"/>
        <p:cNvGrpSpPr/>
        <p:nvPr/>
      </p:nvGrpSpPr>
      <p:grpSpPr>
        <a:xfrm>
          <a:off x="0" y="0"/>
          <a:ext cx="0" cy="0"/>
          <a:chOff x="0" y="0"/>
          <a:chExt cx="0" cy="0"/>
        </a:xfrm>
      </p:grpSpPr>
      <p:grpSp>
        <p:nvGrpSpPr>
          <p:cNvPr id="1469" name="Google Shape;1469;p45"/>
          <p:cNvGrpSpPr/>
          <p:nvPr/>
        </p:nvGrpSpPr>
        <p:grpSpPr>
          <a:xfrm>
            <a:off x="-3255180" y="-2900775"/>
            <a:ext cx="10039930" cy="6871129"/>
            <a:chOff x="-3102780" y="-2727750"/>
            <a:chExt cx="10039930" cy="6871129"/>
          </a:xfrm>
        </p:grpSpPr>
        <p:grpSp>
          <p:nvGrpSpPr>
            <p:cNvPr id="1470" name="Google Shape;1470;p45"/>
            <p:cNvGrpSpPr/>
            <p:nvPr/>
          </p:nvGrpSpPr>
          <p:grpSpPr>
            <a:xfrm rot="-7778255">
              <a:off x="-2414440" y="-1445047"/>
              <a:ext cx="5355679" cy="4305724"/>
              <a:chOff x="7103825" y="-713112"/>
              <a:chExt cx="3785226" cy="3043150"/>
            </a:xfrm>
          </p:grpSpPr>
          <p:sp>
            <p:nvSpPr>
              <p:cNvPr id="1471" name="Google Shape;1471;p4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72" name="Google Shape;1472;p45"/>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1473" name="Google Shape;1473;p45"/>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45"/>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45"/>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1476" name="Google Shape;1476;p45"/>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45"/>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78" name="Google Shape;1478;p45"/>
            <p:cNvGrpSpPr/>
            <p:nvPr/>
          </p:nvGrpSpPr>
          <p:grpSpPr>
            <a:xfrm flipH="1">
              <a:off x="4446909" y="391151"/>
              <a:ext cx="134044" cy="134013"/>
              <a:chOff x="1101075" y="2142375"/>
              <a:chExt cx="439200" cy="439100"/>
            </a:xfrm>
          </p:grpSpPr>
          <p:sp>
            <p:nvSpPr>
              <p:cNvPr id="1479" name="Google Shape;1479;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1" name="Google Shape;1481;p45"/>
            <p:cNvGrpSpPr/>
            <p:nvPr/>
          </p:nvGrpSpPr>
          <p:grpSpPr>
            <a:xfrm flipH="1">
              <a:off x="1373609" y="694563"/>
              <a:ext cx="134044" cy="134013"/>
              <a:chOff x="1101075" y="2142375"/>
              <a:chExt cx="439200" cy="439100"/>
            </a:xfrm>
          </p:grpSpPr>
          <p:sp>
            <p:nvSpPr>
              <p:cNvPr id="1482" name="Google Shape;1482;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4" name="Google Shape;1484;p45"/>
            <p:cNvGrpSpPr/>
            <p:nvPr/>
          </p:nvGrpSpPr>
          <p:grpSpPr>
            <a:xfrm flipH="1">
              <a:off x="1086834" y="957463"/>
              <a:ext cx="134044" cy="134013"/>
              <a:chOff x="1101075" y="2142375"/>
              <a:chExt cx="439200" cy="439100"/>
            </a:xfrm>
          </p:grpSpPr>
          <p:sp>
            <p:nvSpPr>
              <p:cNvPr id="1485" name="Google Shape;1485;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7" name="Google Shape;1487;p45"/>
            <p:cNvGrpSpPr/>
            <p:nvPr/>
          </p:nvGrpSpPr>
          <p:grpSpPr>
            <a:xfrm flipH="1">
              <a:off x="277709" y="957463"/>
              <a:ext cx="134044" cy="134013"/>
              <a:chOff x="1101075" y="2142375"/>
              <a:chExt cx="439200" cy="439100"/>
            </a:xfrm>
          </p:grpSpPr>
          <p:sp>
            <p:nvSpPr>
              <p:cNvPr id="1488" name="Google Shape;1488;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90" name="Google Shape;1490;p45"/>
            <p:cNvGrpSpPr/>
            <p:nvPr/>
          </p:nvGrpSpPr>
          <p:grpSpPr>
            <a:xfrm flipH="1">
              <a:off x="277709" y="640813"/>
              <a:ext cx="134044" cy="134013"/>
              <a:chOff x="1101075" y="2142375"/>
              <a:chExt cx="439200" cy="439100"/>
            </a:xfrm>
          </p:grpSpPr>
          <p:sp>
            <p:nvSpPr>
              <p:cNvPr id="1491" name="Google Shape;1491;p4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4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93" name="Google Shape;1493;p45"/>
          <p:cNvGrpSpPr/>
          <p:nvPr/>
        </p:nvGrpSpPr>
        <p:grpSpPr>
          <a:xfrm>
            <a:off x="6385735" y="3039700"/>
            <a:ext cx="3920501" cy="3213899"/>
            <a:chOff x="6309535" y="2842975"/>
            <a:chExt cx="3920501" cy="3213899"/>
          </a:xfrm>
        </p:grpSpPr>
        <p:pic>
          <p:nvPicPr>
            <p:cNvPr id="1494" name="Google Shape;1494;p45"/>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1495" name="Google Shape;1495;p45"/>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45"/>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7" name="Google Shape;1497;p45"/>
            <p:cNvGrpSpPr/>
            <p:nvPr/>
          </p:nvGrpSpPr>
          <p:grpSpPr>
            <a:xfrm>
              <a:off x="7280400" y="3719575"/>
              <a:ext cx="582050" cy="582425"/>
              <a:chOff x="959750" y="3039275"/>
              <a:chExt cx="582050" cy="582425"/>
            </a:xfrm>
          </p:grpSpPr>
          <p:sp>
            <p:nvSpPr>
              <p:cNvPr id="1498" name="Google Shape;1498;p4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4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4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4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4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4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4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05" name="Google Shape;1505;p45"/>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6" name="Google Shape;1506;p45"/>
            <p:cNvGrpSpPr/>
            <p:nvPr/>
          </p:nvGrpSpPr>
          <p:grpSpPr>
            <a:xfrm>
              <a:off x="8337812" y="3492483"/>
              <a:ext cx="699928" cy="1651024"/>
              <a:chOff x="8337812" y="3492483"/>
              <a:chExt cx="699928" cy="1651024"/>
            </a:xfrm>
          </p:grpSpPr>
          <p:sp>
            <p:nvSpPr>
              <p:cNvPr id="1507" name="Google Shape;1507;p4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4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4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45"/>
            <p:cNvGrpSpPr/>
            <p:nvPr/>
          </p:nvGrpSpPr>
          <p:grpSpPr>
            <a:xfrm>
              <a:off x="7945225" y="4302000"/>
              <a:ext cx="904666" cy="726121"/>
              <a:chOff x="7945225" y="4302000"/>
              <a:chExt cx="904666" cy="726121"/>
            </a:xfrm>
          </p:grpSpPr>
          <p:sp>
            <p:nvSpPr>
              <p:cNvPr id="1511" name="Google Shape;1511;p4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4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4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14" name="Google Shape;1514;p45"/>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515" name="Google Shape;1515;p45"/>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516" name="Google Shape;1516;p45"/>
          <p:cNvGrpSpPr/>
          <p:nvPr/>
        </p:nvGrpSpPr>
        <p:grpSpPr>
          <a:xfrm>
            <a:off x="-309885" y="3617406"/>
            <a:ext cx="1448824" cy="2238804"/>
            <a:chOff x="-309885" y="3617406"/>
            <a:chExt cx="1448824" cy="2238804"/>
          </a:xfrm>
        </p:grpSpPr>
        <p:grpSp>
          <p:nvGrpSpPr>
            <p:cNvPr id="1517" name="Google Shape;1517;p45"/>
            <p:cNvGrpSpPr/>
            <p:nvPr/>
          </p:nvGrpSpPr>
          <p:grpSpPr>
            <a:xfrm>
              <a:off x="-277007" y="3870159"/>
              <a:ext cx="981772" cy="1986051"/>
              <a:chOff x="-293545" y="3454371"/>
              <a:chExt cx="981772" cy="1986051"/>
            </a:xfrm>
          </p:grpSpPr>
          <p:sp>
            <p:nvSpPr>
              <p:cNvPr id="1518" name="Google Shape;1518;p4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4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0" name="Google Shape;1520;p45"/>
            <p:cNvGrpSpPr/>
            <p:nvPr/>
          </p:nvGrpSpPr>
          <p:grpSpPr>
            <a:xfrm>
              <a:off x="363249" y="4906873"/>
              <a:ext cx="699940" cy="478601"/>
              <a:chOff x="39722" y="4349021"/>
              <a:chExt cx="1061964" cy="726143"/>
            </a:xfrm>
          </p:grpSpPr>
          <p:grpSp>
            <p:nvGrpSpPr>
              <p:cNvPr id="1521" name="Google Shape;1521;p45"/>
              <p:cNvGrpSpPr/>
              <p:nvPr/>
            </p:nvGrpSpPr>
            <p:grpSpPr>
              <a:xfrm rot="2700000">
                <a:off x="140502" y="4460924"/>
                <a:ext cx="524584" cy="502337"/>
                <a:chOff x="1189791" y="-1767331"/>
                <a:chExt cx="904284" cy="865933"/>
              </a:xfrm>
            </p:grpSpPr>
            <p:sp>
              <p:nvSpPr>
                <p:cNvPr id="1522" name="Google Shape;1522;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3" name="Google Shape;1523;p45"/>
                <p:cNvGrpSpPr/>
                <p:nvPr/>
              </p:nvGrpSpPr>
              <p:grpSpPr>
                <a:xfrm>
                  <a:off x="1232795" y="-1740829"/>
                  <a:ext cx="717621" cy="717392"/>
                  <a:chOff x="1483457" y="3953671"/>
                  <a:chExt cx="717621" cy="717392"/>
                </a:xfrm>
              </p:grpSpPr>
              <p:sp>
                <p:nvSpPr>
                  <p:cNvPr id="1524" name="Google Shape;1524;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29" name="Google Shape;1529;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0" name="Google Shape;1530;p45"/>
            <p:cNvGrpSpPr/>
            <p:nvPr/>
          </p:nvGrpSpPr>
          <p:grpSpPr>
            <a:xfrm rot="-5400000">
              <a:off x="-461873" y="3769393"/>
              <a:ext cx="1351491" cy="1047516"/>
              <a:chOff x="-2460210" y="2758493"/>
              <a:chExt cx="1351491" cy="1047516"/>
            </a:xfrm>
          </p:grpSpPr>
          <p:sp>
            <p:nvSpPr>
              <p:cNvPr id="1531" name="Google Shape;1531;p4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4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45"/>
            <p:cNvGrpSpPr/>
            <p:nvPr/>
          </p:nvGrpSpPr>
          <p:grpSpPr>
            <a:xfrm>
              <a:off x="438999" y="4567398"/>
              <a:ext cx="699940" cy="478601"/>
              <a:chOff x="39722" y="4349021"/>
              <a:chExt cx="1061964" cy="726143"/>
            </a:xfrm>
          </p:grpSpPr>
          <p:grpSp>
            <p:nvGrpSpPr>
              <p:cNvPr id="1536" name="Google Shape;1536;p45"/>
              <p:cNvGrpSpPr/>
              <p:nvPr/>
            </p:nvGrpSpPr>
            <p:grpSpPr>
              <a:xfrm rot="2700000">
                <a:off x="140502" y="4460924"/>
                <a:ext cx="524584" cy="502337"/>
                <a:chOff x="1189791" y="-1767331"/>
                <a:chExt cx="904284" cy="865933"/>
              </a:xfrm>
            </p:grpSpPr>
            <p:sp>
              <p:nvSpPr>
                <p:cNvPr id="1537" name="Google Shape;1537;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8" name="Google Shape;1538;p45"/>
                <p:cNvGrpSpPr/>
                <p:nvPr/>
              </p:nvGrpSpPr>
              <p:grpSpPr>
                <a:xfrm>
                  <a:off x="1232795" y="-1740829"/>
                  <a:ext cx="717621" cy="717392"/>
                  <a:chOff x="1483457" y="3953671"/>
                  <a:chExt cx="717621" cy="717392"/>
                </a:xfrm>
              </p:grpSpPr>
              <p:sp>
                <p:nvSpPr>
                  <p:cNvPr id="1539" name="Google Shape;1539;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44" name="Google Shape;1544;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45"/>
            <p:cNvGrpSpPr/>
            <p:nvPr/>
          </p:nvGrpSpPr>
          <p:grpSpPr>
            <a:xfrm>
              <a:off x="-65076" y="4623886"/>
              <a:ext cx="699940" cy="478601"/>
              <a:chOff x="39722" y="4349021"/>
              <a:chExt cx="1061964" cy="726143"/>
            </a:xfrm>
          </p:grpSpPr>
          <p:grpSp>
            <p:nvGrpSpPr>
              <p:cNvPr id="1546" name="Google Shape;1546;p45"/>
              <p:cNvGrpSpPr/>
              <p:nvPr/>
            </p:nvGrpSpPr>
            <p:grpSpPr>
              <a:xfrm rot="2700000">
                <a:off x="140502" y="4460924"/>
                <a:ext cx="524584" cy="502337"/>
                <a:chOff x="1189791" y="-1767331"/>
                <a:chExt cx="904284" cy="865933"/>
              </a:xfrm>
            </p:grpSpPr>
            <p:sp>
              <p:nvSpPr>
                <p:cNvPr id="1547" name="Google Shape;1547;p4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48" name="Google Shape;1548;p45"/>
                <p:cNvGrpSpPr/>
                <p:nvPr/>
              </p:nvGrpSpPr>
              <p:grpSpPr>
                <a:xfrm>
                  <a:off x="1232795" y="-1740829"/>
                  <a:ext cx="717621" cy="717392"/>
                  <a:chOff x="1483457" y="3953671"/>
                  <a:chExt cx="717621" cy="717392"/>
                </a:xfrm>
              </p:grpSpPr>
              <p:sp>
                <p:nvSpPr>
                  <p:cNvPr id="1549" name="Google Shape;1549;p4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4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4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4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54" name="Google Shape;1554;p4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55" name="Shape 1555"/>
        <p:cNvGrpSpPr/>
        <p:nvPr/>
      </p:nvGrpSpPr>
      <p:grpSpPr>
        <a:xfrm>
          <a:off x="0" y="0"/>
          <a:ext cx="0" cy="0"/>
          <a:chOff x="0" y="0"/>
          <a:chExt cx="0" cy="0"/>
        </a:xfrm>
      </p:grpSpPr>
      <p:sp>
        <p:nvSpPr>
          <p:cNvPr id="1556" name="Google Shape;1556;p46"/>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57" name="Google Shape;1557;p46"/>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200">
                <a:latin typeface="Poppins"/>
                <a:ea typeface="Poppins"/>
                <a:cs typeface="Poppins"/>
                <a:sym typeface="Poppins"/>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558" name="Google Shape;1558;p46"/>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559" name="Google Shape;1559;p46"/>
          <p:cNvGrpSpPr/>
          <p:nvPr/>
        </p:nvGrpSpPr>
        <p:grpSpPr>
          <a:xfrm>
            <a:off x="-539206" y="-1717975"/>
            <a:ext cx="4397193" cy="4171657"/>
            <a:chOff x="-494406" y="-1584825"/>
            <a:chExt cx="4397193" cy="4171657"/>
          </a:xfrm>
        </p:grpSpPr>
        <p:grpSp>
          <p:nvGrpSpPr>
            <p:cNvPr id="1560" name="Google Shape;1560;p46"/>
            <p:cNvGrpSpPr/>
            <p:nvPr/>
          </p:nvGrpSpPr>
          <p:grpSpPr>
            <a:xfrm>
              <a:off x="-494406" y="-252396"/>
              <a:ext cx="1741563" cy="1288563"/>
              <a:chOff x="-494406" y="-252396"/>
              <a:chExt cx="1741563" cy="1288563"/>
            </a:xfrm>
          </p:grpSpPr>
          <p:sp>
            <p:nvSpPr>
              <p:cNvPr id="1561" name="Google Shape;1561;p46"/>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46"/>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3" name="Google Shape;1563;p46"/>
            <p:cNvGrpSpPr/>
            <p:nvPr/>
          </p:nvGrpSpPr>
          <p:grpSpPr>
            <a:xfrm>
              <a:off x="245875" y="-51824"/>
              <a:ext cx="208200" cy="1824700"/>
              <a:chOff x="1040050" y="3812126"/>
              <a:chExt cx="208200" cy="1824700"/>
            </a:xfrm>
          </p:grpSpPr>
          <p:sp>
            <p:nvSpPr>
              <p:cNvPr id="1564" name="Google Shape;1564;p46"/>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46"/>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46"/>
            <p:cNvGrpSpPr/>
            <p:nvPr/>
          </p:nvGrpSpPr>
          <p:grpSpPr>
            <a:xfrm>
              <a:off x="441574" y="-36652"/>
              <a:ext cx="699940" cy="478601"/>
              <a:chOff x="39722" y="4349021"/>
              <a:chExt cx="1061964" cy="726143"/>
            </a:xfrm>
          </p:grpSpPr>
          <p:grpSp>
            <p:nvGrpSpPr>
              <p:cNvPr id="1567" name="Google Shape;1567;p46"/>
              <p:cNvGrpSpPr/>
              <p:nvPr/>
            </p:nvGrpSpPr>
            <p:grpSpPr>
              <a:xfrm rot="2700000">
                <a:off x="140502" y="4460924"/>
                <a:ext cx="524584" cy="502337"/>
                <a:chOff x="1189791" y="-1767331"/>
                <a:chExt cx="904284" cy="865933"/>
              </a:xfrm>
            </p:grpSpPr>
            <p:sp>
              <p:nvSpPr>
                <p:cNvPr id="1568" name="Google Shape;1568;p4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9" name="Google Shape;1569;p46"/>
                <p:cNvGrpSpPr/>
                <p:nvPr/>
              </p:nvGrpSpPr>
              <p:grpSpPr>
                <a:xfrm>
                  <a:off x="1232795" y="-1740829"/>
                  <a:ext cx="717621" cy="717392"/>
                  <a:chOff x="1483457" y="3953671"/>
                  <a:chExt cx="717621" cy="717392"/>
                </a:xfrm>
              </p:grpSpPr>
              <p:sp>
                <p:nvSpPr>
                  <p:cNvPr id="1570" name="Google Shape;1570;p4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4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4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4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4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75" name="Google Shape;1575;p4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6" name="Google Shape;1576;p46"/>
            <p:cNvGrpSpPr/>
            <p:nvPr/>
          </p:nvGrpSpPr>
          <p:grpSpPr>
            <a:xfrm>
              <a:off x="955673" y="11"/>
              <a:ext cx="592576" cy="405260"/>
              <a:chOff x="39722" y="4349021"/>
              <a:chExt cx="1061964" cy="726143"/>
            </a:xfrm>
          </p:grpSpPr>
          <p:grpSp>
            <p:nvGrpSpPr>
              <p:cNvPr id="1577" name="Google Shape;1577;p46"/>
              <p:cNvGrpSpPr/>
              <p:nvPr/>
            </p:nvGrpSpPr>
            <p:grpSpPr>
              <a:xfrm rot="2700000">
                <a:off x="140502" y="4460924"/>
                <a:ext cx="524584" cy="502337"/>
                <a:chOff x="1189791" y="-1767331"/>
                <a:chExt cx="904284" cy="865933"/>
              </a:xfrm>
            </p:grpSpPr>
            <p:sp>
              <p:nvSpPr>
                <p:cNvPr id="1578" name="Google Shape;1578;p4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79" name="Google Shape;1579;p46"/>
                <p:cNvGrpSpPr/>
                <p:nvPr/>
              </p:nvGrpSpPr>
              <p:grpSpPr>
                <a:xfrm>
                  <a:off x="1232795" y="-1740829"/>
                  <a:ext cx="717621" cy="717392"/>
                  <a:chOff x="1483457" y="3953671"/>
                  <a:chExt cx="717621" cy="717392"/>
                </a:xfrm>
              </p:grpSpPr>
              <p:sp>
                <p:nvSpPr>
                  <p:cNvPr id="1580" name="Google Shape;1580;p4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4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4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4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4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85" name="Google Shape;1585;p4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86" name="Google Shape;1586;p46"/>
            <p:cNvGrpSpPr/>
            <p:nvPr/>
          </p:nvGrpSpPr>
          <p:grpSpPr>
            <a:xfrm>
              <a:off x="-1" y="621223"/>
              <a:ext cx="699940" cy="478601"/>
              <a:chOff x="39722" y="4349021"/>
              <a:chExt cx="1061964" cy="726143"/>
            </a:xfrm>
          </p:grpSpPr>
          <p:grpSp>
            <p:nvGrpSpPr>
              <p:cNvPr id="1587" name="Google Shape;1587;p46"/>
              <p:cNvGrpSpPr/>
              <p:nvPr/>
            </p:nvGrpSpPr>
            <p:grpSpPr>
              <a:xfrm rot="2700000">
                <a:off x="140502" y="4460924"/>
                <a:ext cx="524584" cy="502337"/>
                <a:chOff x="1189791" y="-1767331"/>
                <a:chExt cx="904284" cy="865933"/>
              </a:xfrm>
            </p:grpSpPr>
            <p:sp>
              <p:nvSpPr>
                <p:cNvPr id="1588" name="Google Shape;1588;p4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9" name="Google Shape;1589;p46"/>
                <p:cNvGrpSpPr/>
                <p:nvPr/>
              </p:nvGrpSpPr>
              <p:grpSpPr>
                <a:xfrm>
                  <a:off x="1232795" y="-1740829"/>
                  <a:ext cx="717621" cy="717392"/>
                  <a:chOff x="1483457" y="3953671"/>
                  <a:chExt cx="717621" cy="717392"/>
                </a:xfrm>
              </p:grpSpPr>
              <p:sp>
                <p:nvSpPr>
                  <p:cNvPr id="1590" name="Google Shape;1590;p4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4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4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4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4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95" name="Google Shape;1595;p4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6" name="Google Shape;1596;p46"/>
            <p:cNvGrpSpPr/>
            <p:nvPr/>
          </p:nvGrpSpPr>
          <p:grpSpPr>
            <a:xfrm rot="-8100000">
              <a:off x="540898" y="-1172741"/>
              <a:ext cx="2552124" cy="3347490"/>
              <a:chOff x="2976325" y="908175"/>
              <a:chExt cx="4028179" cy="5283555"/>
            </a:xfrm>
          </p:grpSpPr>
          <p:sp>
            <p:nvSpPr>
              <p:cNvPr id="1597" name="Google Shape;1597;p4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4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4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00" name="Shape 1600"/>
        <p:cNvGrpSpPr/>
        <p:nvPr/>
      </p:nvGrpSpPr>
      <p:grpSpPr>
        <a:xfrm>
          <a:off x="0" y="0"/>
          <a:ext cx="0" cy="0"/>
          <a:chOff x="0" y="0"/>
          <a:chExt cx="0" cy="0"/>
        </a:xfrm>
      </p:grpSpPr>
      <p:sp>
        <p:nvSpPr>
          <p:cNvPr id="1601" name="Google Shape;1601;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02" name="Google Shape;1602;p47"/>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434343"/>
              </a:buClr>
              <a:buSzPts val="1400"/>
              <a:buAutoNum type="arabicPeriod"/>
              <a:defRPr>
                <a:solidFill>
                  <a:srgbClr val="191919"/>
                </a:solidFill>
              </a:defRPr>
            </a:lvl1pPr>
            <a:lvl2pPr indent="-317500" lvl="1" marL="91440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603" name="Google Shape;1603;p47"/>
          <p:cNvGrpSpPr/>
          <p:nvPr/>
        </p:nvGrpSpPr>
        <p:grpSpPr>
          <a:xfrm>
            <a:off x="7365150" y="-1147799"/>
            <a:ext cx="3733124" cy="6537004"/>
            <a:chOff x="7212750" y="-1147799"/>
            <a:chExt cx="3733124" cy="6537004"/>
          </a:xfrm>
        </p:grpSpPr>
        <p:pic>
          <p:nvPicPr>
            <p:cNvPr id="1604" name="Google Shape;1604;p47"/>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1605" name="Google Shape;1605;p47"/>
            <p:cNvGrpSpPr/>
            <p:nvPr/>
          </p:nvGrpSpPr>
          <p:grpSpPr>
            <a:xfrm>
              <a:off x="7392021" y="539499"/>
              <a:ext cx="1518472" cy="3030657"/>
              <a:chOff x="7785196" y="342199"/>
              <a:chExt cx="1518472" cy="3030657"/>
            </a:xfrm>
          </p:grpSpPr>
          <p:sp>
            <p:nvSpPr>
              <p:cNvPr id="1606" name="Google Shape;1606;p47"/>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47"/>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8" name="Google Shape;1608;p47"/>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9" name="Google Shape;1609;p47"/>
            <p:cNvGrpSpPr/>
            <p:nvPr/>
          </p:nvGrpSpPr>
          <p:grpSpPr>
            <a:xfrm>
              <a:off x="7740801" y="270000"/>
              <a:ext cx="3153315" cy="5119205"/>
              <a:chOff x="7740801" y="270000"/>
              <a:chExt cx="3153315" cy="5119205"/>
            </a:xfrm>
          </p:grpSpPr>
          <p:sp>
            <p:nvSpPr>
              <p:cNvPr id="1610" name="Google Shape;1610;p47"/>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1" name="Google Shape;1611;p47"/>
              <p:cNvGrpSpPr/>
              <p:nvPr/>
            </p:nvGrpSpPr>
            <p:grpSpPr>
              <a:xfrm>
                <a:off x="8192886" y="4736397"/>
                <a:ext cx="134004" cy="134004"/>
                <a:chOff x="8356813" y="1074288"/>
                <a:chExt cx="351900" cy="351900"/>
              </a:xfrm>
            </p:grpSpPr>
            <p:sp>
              <p:nvSpPr>
                <p:cNvPr id="1612" name="Google Shape;1612;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4" name="Google Shape;1614;p47"/>
              <p:cNvGrpSpPr/>
              <p:nvPr/>
            </p:nvGrpSpPr>
            <p:grpSpPr>
              <a:xfrm>
                <a:off x="8788211" y="3794722"/>
                <a:ext cx="134004" cy="134004"/>
                <a:chOff x="8356813" y="1074288"/>
                <a:chExt cx="351900" cy="351900"/>
              </a:xfrm>
            </p:grpSpPr>
            <p:sp>
              <p:nvSpPr>
                <p:cNvPr id="1615" name="Google Shape;1615;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7" name="Google Shape;1617;p47"/>
              <p:cNvGrpSpPr/>
              <p:nvPr/>
            </p:nvGrpSpPr>
            <p:grpSpPr>
              <a:xfrm>
                <a:off x="8654186" y="2424672"/>
                <a:ext cx="134004" cy="134004"/>
                <a:chOff x="8356813" y="1074288"/>
                <a:chExt cx="351900" cy="351900"/>
              </a:xfrm>
            </p:grpSpPr>
            <p:sp>
              <p:nvSpPr>
                <p:cNvPr id="1618" name="Google Shape;1618;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4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20" name="Google Shape;1620;p47"/>
          <p:cNvGrpSpPr/>
          <p:nvPr/>
        </p:nvGrpSpPr>
        <p:grpSpPr>
          <a:xfrm rot="-2529045">
            <a:off x="105741" y="3680210"/>
            <a:ext cx="591691" cy="2260270"/>
            <a:chOff x="-132364" y="1829399"/>
            <a:chExt cx="591677" cy="2260214"/>
          </a:xfrm>
        </p:grpSpPr>
        <p:sp>
          <p:nvSpPr>
            <p:cNvPr id="1621" name="Google Shape;1621;p47"/>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47"/>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3" name="Google Shape;1623;p47"/>
          <p:cNvGrpSpPr/>
          <p:nvPr/>
        </p:nvGrpSpPr>
        <p:grpSpPr>
          <a:xfrm>
            <a:off x="-520148" y="-573164"/>
            <a:ext cx="1502291" cy="2806842"/>
            <a:chOff x="-367748" y="-573164"/>
            <a:chExt cx="1502291" cy="2806842"/>
          </a:xfrm>
        </p:grpSpPr>
        <p:grpSp>
          <p:nvGrpSpPr>
            <p:cNvPr id="1624" name="Google Shape;1624;p47"/>
            <p:cNvGrpSpPr/>
            <p:nvPr/>
          </p:nvGrpSpPr>
          <p:grpSpPr>
            <a:xfrm rot="10800000">
              <a:off x="-191449" y="1507557"/>
              <a:ext cx="904666" cy="726121"/>
              <a:chOff x="7945225" y="4302000"/>
              <a:chExt cx="904666" cy="726121"/>
            </a:xfrm>
          </p:grpSpPr>
          <p:sp>
            <p:nvSpPr>
              <p:cNvPr id="1625" name="Google Shape;1625;p4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4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4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8" name="Google Shape;1628;p47"/>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47"/>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0" name="Google Shape;1630;p47"/>
            <p:cNvGrpSpPr/>
            <p:nvPr/>
          </p:nvGrpSpPr>
          <p:grpSpPr>
            <a:xfrm rot="10800000">
              <a:off x="-367748" y="-467133"/>
              <a:ext cx="699928" cy="1651024"/>
              <a:chOff x="8337812" y="3492483"/>
              <a:chExt cx="699928" cy="1651024"/>
            </a:xfrm>
          </p:grpSpPr>
          <p:sp>
            <p:nvSpPr>
              <p:cNvPr id="1631" name="Google Shape;1631;p4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4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4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34" name="Shape 1634"/>
        <p:cNvGrpSpPr/>
        <p:nvPr/>
      </p:nvGrpSpPr>
      <p:grpSpPr>
        <a:xfrm>
          <a:off x="0" y="0"/>
          <a:ext cx="0" cy="0"/>
          <a:chOff x="0" y="0"/>
          <a:chExt cx="0" cy="0"/>
        </a:xfrm>
      </p:grpSpPr>
      <p:sp>
        <p:nvSpPr>
          <p:cNvPr id="1635" name="Google Shape;1635;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36" name="Google Shape;1636;p48"/>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37" name="Google Shape;1637;p48"/>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38" name="Google Shape;1638;p48"/>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639" name="Google Shape;1639;p48"/>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640" name="Google Shape;1640;p48"/>
          <p:cNvGrpSpPr/>
          <p:nvPr/>
        </p:nvGrpSpPr>
        <p:grpSpPr>
          <a:xfrm>
            <a:off x="7579113" y="-890399"/>
            <a:ext cx="2898275" cy="3032950"/>
            <a:chOff x="7198113" y="-890399"/>
            <a:chExt cx="2898275" cy="3032950"/>
          </a:xfrm>
        </p:grpSpPr>
        <p:pic>
          <p:nvPicPr>
            <p:cNvPr id="1641" name="Google Shape;1641;p48"/>
            <p:cNvPicPr preferRelativeResize="0"/>
            <p:nvPr/>
          </p:nvPicPr>
          <p:blipFill rotWithShape="1">
            <a:blip r:embed="rId2">
              <a:alphaModFix/>
            </a:blip>
            <a:srcRect b="26177" l="16960" r="7121" t="24718"/>
            <a:stretch/>
          </p:blipFill>
          <p:spPr>
            <a:xfrm rot="-5400000">
              <a:off x="7130775" y="-823062"/>
              <a:ext cx="3032950" cy="2898275"/>
            </a:xfrm>
            <a:prstGeom prst="rect">
              <a:avLst/>
            </a:prstGeom>
            <a:noFill/>
            <a:ln>
              <a:noFill/>
            </a:ln>
          </p:spPr>
        </p:pic>
        <p:grpSp>
          <p:nvGrpSpPr>
            <p:cNvPr id="1642" name="Google Shape;1642;p48"/>
            <p:cNvGrpSpPr/>
            <p:nvPr/>
          </p:nvGrpSpPr>
          <p:grpSpPr>
            <a:xfrm>
              <a:off x="8319318" y="-249682"/>
              <a:ext cx="1460040" cy="1171886"/>
              <a:chOff x="7945225" y="4302000"/>
              <a:chExt cx="904666" cy="726121"/>
            </a:xfrm>
          </p:grpSpPr>
          <p:sp>
            <p:nvSpPr>
              <p:cNvPr id="1643" name="Google Shape;1643;p4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4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4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46" name="Google Shape;1646;p48"/>
          <p:cNvGrpSpPr/>
          <p:nvPr/>
        </p:nvGrpSpPr>
        <p:grpSpPr>
          <a:xfrm>
            <a:off x="-613920" y="3693606"/>
            <a:ext cx="2048057" cy="2238804"/>
            <a:chOff x="-461520" y="3617406"/>
            <a:chExt cx="2048057" cy="2238804"/>
          </a:xfrm>
        </p:grpSpPr>
        <p:grpSp>
          <p:nvGrpSpPr>
            <p:cNvPr id="1647" name="Google Shape;1647;p48"/>
            <p:cNvGrpSpPr/>
            <p:nvPr/>
          </p:nvGrpSpPr>
          <p:grpSpPr>
            <a:xfrm>
              <a:off x="-461520" y="3617406"/>
              <a:ext cx="1916534" cy="2238804"/>
              <a:chOff x="-461520" y="3617406"/>
              <a:chExt cx="1916534" cy="2238804"/>
            </a:xfrm>
          </p:grpSpPr>
          <p:grpSp>
            <p:nvGrpSpPr>
              <p:cNvPr id="1648" name="Google Shape;1648;p48"/>
              <p:cNvGrpSpPr/>
              <p:nvPr/>
            </p:nvGrpSpPr>
            <p:grpSpPr>
              <a:xfrm flipH="1">
                <a:off x="-461520" y="4010132"/>
                <a:ext cx="1916534" cy="1538287"/>
                <a:chOff x="7945225" y="4302000"/>
                <a:chExt cx="904666" cy="726121"/>
              </a:xfrm>
            </p:grpSpPr>
            <p:sp>
              <p:nvSpPr>
                <p:cNvPr id="1649" name="Google Shape;1649;p4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4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4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2" name="Google Shape;1652;p48"/>
              <p:cNvGrpSpPr/>
              <p:nvPr/>
            </p:nvGrpSpPr>
            <p:grpSpPr>
              <a:xfrm>
                <a:off x="-309885" y="3617406"/>
                <a:ext cx="1448824" cy="2238804"/>
                <a:chOff x="-309885" y="3617406"/>
                <a:chExt cx="1448824" cy="2238804"/>
              </a:xfrm>
            </p:grpSpPr>
            <p:grpSp>
              <p:nvGrpSpPr>
                <p:cNvPr id="1653" name="Google Shape;1653;p48"/>
                <p:cNvGrpSpPr/>
                <p:nvPr/>
              </p:nvGrpSpPr>
              <p:grpSpPr>
                <a:xfrm>
                  <a:off x="-277007" y="3870159"/>
                  <a:ext cx="981772" cy="1986051"/>
                  <a:chOff x="-293545" y="3454371"/>
                  <a:chExt cx="981772" cy="1986051"/>
                </a:xfrm>
              </p:grpSpPr>
              <p:sp>
                <p:nvSpPr>
                  <p:cNvPr id="1654" name="Google Shape;1654;p48"/>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48"/>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6" name="Google Shape;1656;p48"/>
                <p:cNvGrpSpPr/>
                <p:nvPr/>
              </p:nvGrpSpPr>
              <p:grpSpPr>
                <a:xfrm>
                  <a:off x="363249" y="4906873"/>
                  <a:ext cx="699940" cy="478601"/>
                  <a:chOff x="39722" y="4349021"/>
                  <a:chExt cx="1061964" cy="726143"/>
                </a:xfrm>
              </p:grpSpPr>
              <p:grpSp>
                <p:nvGrpSpPr>
                  <p:cNvPr id="1657" name="Google Shape;1657;p48"/>
                  <p:cNvGrpSpPr/>
                  <p:nvPr/>
                </p:nvGrpSpPr>
                <p:grpSpPr>
                  <a:xfrm rot="2700000">
                    <a:off x="140502" y="4460924"/>
                    <a:ext cx="524584" cy="502337"/>
                    <a:chOff x="1189791" y="-1767331"/>
                    <a:chExt cx="904284" cy="865933"/>
                  </a:xfrm>
                </p:grpSpPr>
                <p:sp>
                  <p:nvSpPr>
                    <p:cNvPr id="1658" name="Google Shape;1658;p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9" name="Google Shape;1659;p48"/>
                    <p:cNvGrpSpPr/>
                    <p:nvPr/>
                  </p:nvGrpSpPr>
                  <p:grpSpPr>
                    <a:xfrm>
                      <a:off x="1232795" y="-1740829"/>
                      <a:ext cx="717621" cy="717392"/>
                      <a:chOff x="1483457" y="3953671"/>
                      <a:chExt cx="717621" cy="717392"/>
                    </a:xfrm>
                  </p:grpSpPr>
                  <p:sp>
                    <p:nvSpPr>
                      <p:cNvPr id="1660" name="Google Shape;1660;p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65" name="Google Shape;1665;p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6" name="Google Shape;1666;p48"/>
                <p:cNvGrpSpPr/>
                <p:nvPr/>
              </p:nvGrpSpPr>
              <p:grpSpPr>
                <a:xfrm rot="-5400000">
                  <a:off x="-461873" y="3769393"/>
                  <a:ext cx="1351491" cy="1047516"/>
                  <a:chOff x="-2460210" y="2758493"/>
                  <a:chExt cx="1351491" cy="1047516"/>
                </a:xfrm>
              </p:grpSpPr>
              <p:sp>
                <p:nvSpPr>
                  <p:cNvPr id="1667" name="Google Shape;1667;p48"/>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48"/>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48"/>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48"/>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71" name="Google Shape;1671;p48"/>
                <p:cNvGrpSpPr/>
                <p:nvPr/>
              </p:nvGrpSpPr>
              <p:grpSpPr>
                <a:xfrm>
                  <a:off x="438999" y="4567398"/>
                  <a:ext cx="699940" cy="478601"/>
                  <a:chOff x="39722" y="4349021"/>
                  <a:chExt cx="1061964" cy="726143"/>
                </a:xfrm>
              </p:grpSpPr>
              <p:grpSp>
                <p:nvGrpSpPr>
                  <p:cNvPr id="1672" name="Google Shape;1672;p48"/>
                  <p:cNvGrpSpPr/>
                  <p:nvPr/>
                </p:nvGrpSpPr>
                <p:grpSpPr>
                  <a:xfrm rot="2700000">
                    <a:off x="140502" y="4460924"/>
                    <a:ext cx="524584" cy="502337"/>
                    <a:chOff x="1189791" y="-1767331"/>
                    <a:chExt cx="904284" cy="865933"/>
                  </a:xfrm>
                </p:grpSpPr>
                <p:sp>
                  <p:nvSpPr>
                    <p:cNvPr id="1673" name="Google Shape;1673;p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4" name="Google Shape;1674;p48"/>
                    <p:cNvGrpSpPr/>
                    <p:nvPr/>
                  </p:nvGrpSpPr>
                  <p:grpSpPr>
                    <a:xfrm>
                      <a:off x="1232795" y="-1740829"/>
                      <a:ext cx="717621" cy="717392"/>
                      <a:chOff x="1483457" y="3953671"/>
                      <a:chExt cx="717621" cy="717392"/>
                    </a:xfrm>
                  </p:grpSpPr>
                  <p:sp>
                    <p:nvSpPr>
                      <p:cNvPr id="1675" name="Google Shape;1675;p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80" name="Google Shape;1680;p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1" name="Google Shape;1681;p48"/>
                <p:cNvGrpSpPr/>
                <p:nvPr/>
              </p:nvGrpSpPr>
              <p:grpSpPr>
                <a:xfrm>
                  <a:off x="-65076" y="4623886"/>
                  <a:ext cx="699940" cy="478601"/>
                  <a:chOff x="39722" y="4349021"/>
                  <a:chExt cx="1061964" cy="726143"/>
                </a:xfrm>
              </p:grpSpPr>
              <p:grpSp>
                <p:nvGrpSpPr>
                  <p:cNvPr id="1682" name="Google Shape;1682;p48"/>
                  <p:cNvGrpSpPr/>
                  <p:nvPr/>
                </p:nvGrpSpPr>
                <p:grpSpPr>
                  <a:xfrm rot="2700000">
                    <a:off x="140502" y="4460924"/>
                    <a:ext cx="524584" cy="502337"/>
                    <a:chOff x="1189791" y="-1767331"/>
                    <a:chExt cx="904284" cy="865933"/>
                  </a:xfrm>
                </p:grpSpPr>
                <p:sp>
                  <p:nvSpPr>
                    <p:cNvPr id="1683" name="Google Shape;1683;p4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84" name="Google Shape;1684;p48"/>
                    <p:cNvGrpSpPr/>
                    <p:nvPr/>
                  </p:nvGrpSpPr>
                  <p:grpSpPr>
                    <a:xfrm>
                      <a:off x="1232795" y="-1740829"/>
                      <a:ext cx="717621" cy="717392"/>
                      <a:chOff x="1483457" y="3953671"/>
                      <a:chExt cx="717621" cy="717392"/>
                    </a:xfrm>
                  </p:grpSpPr>
                  <p:sp>
                    <p:nvSpPr>
                      <p:cNvPr id="1685" name="Google Shape;1685;p4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4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4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4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4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0" name="Google Shape;1690;p4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91" name="Google Shape;1691;p48"/>
            <p:cNvGrpSpPr/>
            <p:nvPr/>
          </p:nvGrpSpPr>
          <p:grpSpPr>
            <a:xfrm rot="5400000">
              <a:off x="1147388" y="4839000"/>
              <a:ext cx="439200" cy="439100"/>
              <a:chOff x="1101075" y="2142375"/>
              <a:chExt cx="439200" cy="439100"/>
            </a:xfrm>
          </p:grpSpPr>
          <p:sp>
            <p:nvSpPr>
              <p:cNvPr id="1692" name="Google Shape;1692;p4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4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94" name="Google Shape;1694;p48"/>
          <p:cNvGrpSpPr/>
          <p:nvPr/>
        </p:nvGrpSpPr>
        <p:grpSpPr>
          <a:xfrm>
            <a:off x="-2352525" y="-402069"/>
            <a:ext cx="5307515" cy="2438355"/>
            <a:chOff x="-2276325" y="-249669"/>
            <a:chExt cx="5307515" cy="2438355"/>
          </a:xfrm>
        </p:grpSpPr>
        <p:grpSp>
          <p:nvGrpSpPr>
            <p:cNvPr id="1695" name="Google Shape;1695;p48"/>
            <p:cNvGrpSpPr/>
            <p:nvPr/>
          </p:nvGrpSpPr>
          <p:grpSpPr>
            <a:xfrm rot="10800000">
              <a:off x="-1297788" y="-249669"/>
              <a:ext cx="2601921" cy="2438355"/>
              <a:chOff x="7340128" y="2866613"/>
              <a:chExt cx="2439225" cy="2438355"/>
            </a:xfrm>
          </p:grpSpPr>
          <p:sp>
            <p:nvSpPr>
              <p:cNvPr id="1696" name="Google Shape;1696;p4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4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8" name="Google Shape;1698;p48"/>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48"/>
            <p:cNvGrpSpPr/>
            <p:nvPr/>
          </p:nvGrpSpPr>
          <p:grpSpPr>
            <a:xfrm>
              <a:off x="-2276325" y="245976"/>
              <a:ext cx="4558967" cy="134100"/>
              <a:chOff x="796100" y="3019701"/>
              <a:chExt cx="4558967" cy="134100"/>
            </a:xfrm>
          </p:grpSpPr>
          <p:sp>
            <p:nvSpPr>
              <p:cNvPr id="1700" name="Google Shape;1700;p4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1" name="Google Shape;1701;p4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702" name="Google Shape;1702;p4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03" name="Google Shape;1703;p48"/>
          <p:cNvGrpSpPr/>
          <p:nvPr/>
        </p:nvGrpSpPr>
        <p:grpSpPr>
          <a:xfrm>
            <a:off x="6795100" y="3095213"/>
            <a:ext cx="4558967" cy="2438355"/>
            <a:chOff x="6490300" y="2866613"/>
            <a:chExt cx="4558967" cy="2438355"/>
          </a:xfrm>
        </p:grpSpPr>
        <p:grpSp>
          <p:nvGrpSpPr>
            <p:cNvPr id="1704" name="Google Shape;1704;p48"/>
            <p:cNvGrpSpPr/>
            <p:nvPr/>
          </p:nvGrpSpPr>
          <p:grpSpPr>
            <a:xfrm>
              <a:off x="7340128" y="2866613"/>
              <a:ext cx="2439225" cy="2438355"/>
              <a:chOff x="7340128" y="2866613"/>
              <a:chExt cx="2439225" cy="2438355"/>
            </a:xfrm>
          </p:grpSpPr>
          <p:sp>
            <p:nvSpPr>
              <p:cNvPr id="1705" name="Google Shape;1705;p4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4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7" name="Google Shape;1707;p48"/>
            <p:cNvGrpSpPr/>
            <p:nvPr/>
          </p:nvGrpSpPr>
          <p:grpSpPr>
            <a:xfrm rot="10800000">
              <a:off x="6490300" y="4774026"/>
              <a:ext cx="4558967" cy="134100"/>
              <a:chOff x="796100" y="3019701"/>
              <a:chExt cx="4558967" cy="134100"/>
            </a:xfrm>
          </p:grpSpPr>
          <p:sp>
            <p:nvSpPr>
              <p:cNvPr id="1708" name="Google Shape;1708;p4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9" name="Google Shape;1709;p4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710" name="Google Shape;1710;p4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1" name="Shape 1711"/>
        <p:cNvGrpSpPr/>
        <p:nvPr/>
      </p:nvGrpSpPr>
      <p:grpSpPr>
        <a:xfrm>
          <a:off x="0" y="0"/>
          <a:ext cx="0" cy="0"/>
          <a:chOff x="0" y="0"/>
          <a:chExt cx="0" cy="0"/>
        </a:xfrm>
      </p:grpSpPr>
      <p:grpSp>
        <p:nvGrpSpPr>
          <p:cNvPr id="1712" name="Google Shape;1712;p49"/>
          <p:cNvGrpSpPr/>
          <p:nvPr/>
        </p:nvGrpSpPr>
        <p:grpSpPr>
          <a:xfrm rot="-8100000">
            <a:off x="-1629951" y="-1138306"/>
            <a:ext cx="3785189" cy="3043121"/>
            <a:chOff x="7103825" y="-713112"/>
            <a:chExt cx="3785226" cy="3043150"/>
          </a:xfrm>
        </p:grpSpPr>
        <p:sp>
          <p:nvSpPr>
            <p:cNvPr id="1713" name="Google Shape;1713;p49"/>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14" name="Google Shape;1714;p49"/>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1715" name="Google Shape;1715;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1716" name="Google Shape;1716;p49"/>
          <p:cNvGrpSpPr/>
          <p:nvPr/>
        </p:nvGrpSpPr>
        <p:grpSpPr>
          <a:xfrm>
            <a:off x="8106279" y="-844413"/>
            <a:ext cx="1791132" cy="2767833"/>
            <a:chOff x="8030079" y="-844413"/>
            <a:chExt cx="1791132" cy="2767833"/>
          </a:xfrm>
        </p:grpSpPr>
        <p:grpSp>
          <p:nvGrpSpPr>
            <p:cNvPr id="1717" name="Google Shape;1717;p49"/>
            <p:cNvGrpSpPr/>
            <p:nvPr/>
          </p:nvGrpSpPr>
          <p:grpSpPr>
            <a:xfrm rot="10800000">
              <a:off x="8566799" y="-844413"/>
              <a:ext cx="1213764" cy="2455355"/>
              <a:chOff x="-293545" y="3454371"/>
              <a:chExt cx="981772" cy="1986051"/>
            </a:xfrm>
          </p:grpSpPr>
          <p:sp>
            <p:nvSpPr>
              <p:cNvPr id="1718" name="Google Shape;1718;p4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4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0" name="Google Shape;1720;p49"/>
            <p:cNvGrpSpPr/>
            <p:nvPr/>
          </p:nvGrpSpPr>
          <p:grpSpPr>
            <a:xfrm rot="10800000">
              <a:off x="8123728" y="-262212"/>
              <a:ext cx="865288" cy="591661"/>
              <a:chOff x="39722" y="4349021"/>
              <a:chExt cx="1061964" cy="726143"/>
            </a:xfrm>
          </p:grpSpPr>
          <p:grpSp>
            <p:nvGrpSpPr>
              <p:cNvPr id="1721" name="Google Shape;1721;p49"/>
              <p:cNvGrpSpPr/>
              <p:nvPr/>
            </p:nvGrpSpPr>
            <p:grpSpPr>
              <a:xfrm rot="2700000">
                <a:off x="140502" y="4460924"/>
                <a:ext cx="524584" cy="502337"/>
                <a:chOff x="1189791" y="-1767331"/>
                <a:chExt cx="904284" cy="865933"/>
              </a:xfrm>
            </p:grpSpPr>
            <p:sp>
              <p:nvSpPr>
                <p:cNvPr id="1722" name="Google Shape;1722;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3" name="Google Shape;1723;p49"/>
                <p:cNvGrpSpPr/>
                <p:nvPr/>
              </p:nvGrpSpPr>
              <p:grpSpPr>
                <a:xfrm>
                  <a:off x="1232795" y="-1740829"/>
                  <a:ext cx="717621" cy="717392"/>
                  <a:chOff x="1483457" y="3953671"/>
                  <a:chExt cx="717621" cy="717392"/>
                </a:xfrm>
              </p:grpSpPr>
              <p:sp>
                <p:nvSpPr>
                  <p:cNvPr id="1724" name="Google Shape;1724;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29" name="Google Shape;1729;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0" name="Google Shape;1730;p49"/>
            <p:cNvGrpSpPr/>
            <p:nvPr/>
          </p:nvGrpSpPr>
          <p:grpSpPr>
            <a:xfrm rot="5400000">
              <a:off x="8338264" y="440474"/>
              <a:ext cx="1670849" cy="1295044"/>
              <a:chOff x="-2460210" y="2758493"/>
              <a:chExt cx="1351491" cy="1047516"/>
            </a:xfrm>
          </p:grpSpPr>
          <p:sp>
            <p:nvSpPr>
              <p:cNvPr id="1731" name="Google Shape;1731;p4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4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4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4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5" name="Google Shape;1735;p49"/>
            <p:cNvGrpSpPr/>
            <p:nvPr/>
          </p:nvGrpSpPr>
          <p:grpSpPr>
            <a:xfrm rot="10800000">
              <a:off x="8030079" y="157481"/>
              <a:ext cx="865288" cy="591661"/>
              <a:chOff x="39722" y="4349021"/>
              <a:chExt cx="1061964" cy="726143"/>
            </a:xfrm>
          </p:grpSpPr>
          <p:grpSp>
            <p:nvGrpSpPr>
              <p:cNvPr id="1736" name="Google Shape;1736;p49"/>
              <p:cNvGrpSpPr/>
              <p:nvPr/>
            </p:nvGrpSpPr>
            <p:grpSpPr>
              <a:xfrm rot="2700000">
                <a:off x="140502" y="4460924"/>
                <a:ext cx="524584" cy="502337"/>
                <a:chOff x="1189791" y="-1767331"/>
                <a:chExt cx="904284" cy="865933"/>
              </a:xfrm>
            </p:grpSpPr>
            <p:sp>
              <p:nvSpPr>
                <p:cNvPr id="1737" name="Google Shape;1737;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38" name="Google Shape;1738;p49"/>
                <p:cNvGrpSpPr/>
                <p:nvPr/>
              </p:nvGrpSpPr>
              <p:grpSpPr>
                <a:xfrm>
                  <a:off x="1232795" y="-1740829"/>
                  <a:ext cx="717621" cy="717392"/>
                  <a:chOff x="1483457" y="3953671"/>
                  <a:chExt cx="717621" cy="717392"/>
                </a:xfrm>
              </p:grpSpPr>
              <p:sp>
                <p:nvSpPr>
                  <p:cNvPr id="1739" name="Google Shape;1739;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44" name="Google Shape;1744;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5" name="Google Shape;1745;p49"/>
            <p:cNvGrpSpPr/>
            <p:nvPr/>
          </p:nvGrpSpPr>
          <p:grpSpPr>
            <a:xfrm rot="10800000">
              <a:off x="8653266" y="87645"/>
              <a:ext cx="865288" cy="591661"/>
              <a:chOff x="39722" y="4349021"/>
              <a:chExt cx="1061964" cy="726143"/>
            </a:xfrm>
          </p:grpSpPr>
          <p:grpSp>
            <p:nvGrpSpPr>
              <p:cNvPr id="1746" name="Google Shape;1746;p49"/>
              <p:cNvGrpSpPr/>
              <p:nvPr/>
            </p:nvGrpSpPr>
            <p:grpSpPr>
              <a:xfrm rot="2700000">
                <a:off x="140502" y="4460924"/>
                <a:ext cx="524584" cy="502337"/>
                <a:chOff x="1189791" y="-1767331"/>
                <a:chExt cx="904284" cy="865933"/>
              </a:xfrm>
            </p:grpSpPr>
            <p:sp>
              <p:nvSpPr>
                <p:cNvPr id="1747" name="Google Shape;1747;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8" name="Google Shape;1748;p49"/>
                <p:cNvGrpSpPr/>
                <p:nvPr/>
              </p:nvGrpSpPr>
              <p:grpSpPr>
                <a:xfrm>
                  <a:off x="1232795" y="-1740829"/>
                  <a:ext cx="717621" cy="717392"/>
                  <a:chOff x="1483457" y="3953671"/>
                  <a:chExt cx="717621" cy="717392"/>
                </a:xfrm>
              </p:grpSpPr>
              <p:sp>
                <p:nvSpPr>
                  <p:cNvPr id="1749" name="Google Shape;1749;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54" name="Google Shape;1754;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55" name="Google Shape;1755;p49"/>
          <p:cNvGrpSpPr/>
          <p:nvPr/>
        </p:nvGrpSpPr>
        <p:grpSpPr>
          <a:xfrm>
            <a:off x="-1499000" y="3182553"/>
            <a:ext cx="4558967" cy="3356863"/>
            <a:chOff x="-1422800" y="3106353"/>
            <a:chExt cx="4558967" cy="3356863"/>
          </a:xfrm>
        </p:grpSpPr>
        <p:grpSp>
          <p:nvGrpSpPr>
            <p:cNvPr id="1756" name="Google Shape;1756;p49"/>
            <p:cNvGrpSpPr/>
            <p:nvPr/>
          </p:nvGrpSpPr>
          <p:grpSpPr>
            <a:xfrm>
              <a:off x="-474664" y="3485331"/>
              <a:ext cx="1472068" cy="2977885"/>
              <a:chOff x="-293545" y="3454371"/>
              <a:chExt cx="981772" cy="1986051"/>
            </a:xfrm>
          </p:grpSpPr>
          <p:sp>
            <p:nvSpPr>
              <p:cNvPr id="1757" name="Google Shape;1757;p4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4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9" name="Google Shape;1759;p49"/>
            <p:cNvGrpSpPr/>
            <p:nvPr/>
          </p:nvGrpSpPr>
          <p:grpSpPr>
            <a:xfrm>
              <a:off x="485337" y="5039978"/>
              <a:ext cx="1049539" cy="717647"/>
              <a:chOff x="39722" y="4349021"/>
              <a:chExt cx="1061964" cy="726143"/>
            </a:xfrm>
          </p:grpSpPr>
          <p:grpSp>
            <p:nvGrpSpPr>
              <p:cNvPr id="1760" name="Google Shape;1760;p49"/>
              <p:cNvGrpSpPr/>
              <p:nvPr/>
            </p:nvGrpSpPr>
            <p:grpSpPr>
              <a:xfrm rot="2700000">
                <a:off x="140502" y="4460924"/>
                <a:ext cx="524584" cy="502337"/>
                <a:chOff x="1189791" y="-1767331"/>
                <a:chExt cx="904284" cy="865933"/>
              </a:xfrm>
            </p:grpSpPr>
            <p:sp>
              <p:nvSpPr>
                <p:cNvPr id="1761" name="Google Shape;1761;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2" name="Google Shape;1762;p49"/>
                <p:cNvGrpSpPr/>
                <p:nvPr/>
              </p:nvGrpSpPr>
              <p:grpSpPr>
                <a:xfrm>
                  <a:off x="1232795" y="-1740829"/>
                  <a:ext cx="717621" cy="717392"/>
                  <a:chOff x="1483457" y="3953671"/>
                  <a:chExt cx="717621" cy="717392"/>
                </a:xfrm>
              </p:grpSpPr>
              <p:sp>
                <p:nvSpPr>
                  <p:cNvPr id="1763" name="Google Shape;1763;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68" name="Google Shape;1768;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9" name="Google Shape;1769;p49"/>
            <p:cNvGrpSpPr/>
            <p:nvPr/>
          </p:nvGrpSpPr>
          <p:grpSpPr>
            <a:xfrm rot="5400000">
              <a:off x="-645364" y="3334243"/>
              <a:ext cx="2026426" cy="1570646"/>
              <a:chOff x="-2460210" y="2758493"/>
              <a:chExt cx="1351491" cy="1047516"/>
            </a:xfrm>
          </p:grpSpPr>
          <p:sp>
            <p:nvSpPr>
              <p:cNvPr id="1770" name="Google Shape;1770;p4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4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4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4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4" name="Google Shape;1774;p49"/>
            <p:cNvGrpSpPr/>
            <p:nvPr/>
          </p:nvGrpSpPr>
          <p:grpSpPr>
            <a:xfrm>
              <a:off x="598917" y="4530969"/>
              <a:ext cx="1049539" cy="717647"/>
              <a:chOff x="39722" y="4349021"/>
              <a:chExt cx="1061964" cy="726143"/>
            </a:xfrm>
          </p:grpSpPr>
          <p:grpSp>
            <p:nvGrpSpPr>
              <p:cNvPr id="1775" name="Google Shape;1775;p49"/>
              <p:cNvGrpSpPr/>
              <p:nvPr/>
            </p:nvGrpSpPr>
            <p:grpSpPr>
              <a:xfrm rot="2700000">
                <a:off x="140502" y="4460924"/>
                <a:ext cx="524584" cy="502337"/>
                <a:chOff x="1189791" y="-1767331"/>
                <a:chExt cx="904284" cy="865933"/>
              </a:xfrm>
            </p:grpSpPr>
            <p:sp>
              <p:nvSpPr>
                <p:cNvPr id="1776" name="Google Shape;1776;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7" name="Google Shape;1777;p49"/>
                <p:cNvGrpSpPr/>
                <p:nvPr/>
              </p:nvGrpSpPr>
              <p:grpSpPr>
                <a:xfrm>
                  <a:off x="1232795" y="-1740829"/>
                  <a:ext cx="717621" cy="717392"/>
                  <a:chOff x="1483457" y="3953671"/>
                  <a:chExt cx="717621" cy="717392"/>
                </a:xfrm>
              </p:grpSpPr>
              <p:sp>
                <p:nvSpPr>
                  <p:cNvPr id="1778" name="Google Shape;1778;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83" name="Google Shape;1783;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4" name="Google Shape;1784;p49"/>
            <p:cNvGrpSpPr/>
            <p:nvPr/>
          </p:nvGrpSpPr>
          <p:grpSpPr>
            <a:xfrm>
              <a:off x="-156893" y="4615667"/>
              <a:ext cx="1049539" cy="717647"/>
              <a:chOff x="39722" y="4349021"/>
              <a:chExt cx="1061964" cy="726143"/>
            </a:xfrm>
          </p:grpSpPr>
          <p:grpSp>
            <p:nvGrpSpPr>
              <p:cNvPr id="1785" name="Google Shape;1785;p49"/>
              <p:cNvGrpSpPr/>
              <p:nvPr/>
            </p:nvGrpSpPr>
            <p:grpSpPr>
              <a:xfrm rot="2700000">
                <a:off x="140502" y="4460924"/>
                <a:ext cx="524584" cy="502337"/>
                <a:chOff x="1189791" y="-1767331"/>
                <a:chExt cx="904284" cy="865933"/>
              </a:xfrm>
            </p:grpSpPr>
            <p:sp>
              <p:nvSpPr>
                <p:cNvPr id="1786" name="Google Shape;1786;p4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7" name="Google Shape;1787;p49"/>
                <p:cNvGrpSpPr/>
                <p:nvPr/>
              </p:nvGrpSpPr>
              <p:grpSpPr>
                <a:xfrm>
                  <a:off x="1232795" y="-1740829"/>
                  <a:ext cx="717621" cy="717392"/>
                  <a:chOff x="1483457" y="3953671"/>
                  <a:chExt cx="717621" cy="717392"/>
                </a:xfrm>
              </p:grpSpPr>
              <p:sp>
                <p:nvSpPr>
                  <p:cNvPr id="1788" name="Google Shape;1788;p4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4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4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4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4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93" name="Google Shape;1793;p4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4" name="Google Shape;1794;p49"/>
            <p:cNvGrpSpPr/>
            <p:nvPr/>
          </p:nvGrpSpPr>
          <p:grpSpPr>
            <a:xfrm>
              <a:off x="-1422800" y="4822751"/>
              <a:ext cx="4558967" cy="134100"/>
              <a:chOff x="796100" y="3019701"/>
              <a:chExt cx="4558967" cy="134100"/>
            </a:xfrm>
          </p:grpSpPr>
          <p:sp>
            <p:nvSpPr>
              <p:cNvPr id="1795" name="Google Shape;1795;p4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96" name="Google Shape;1796;p4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797" name="Google Shape;1797;p4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98" name="Shape 1798"/>
        <p:cNvGrpSpPr/>
        <p:nvPr/>
      </p:nvGrpSpPr>
      <p:grpSpPr>
        <a:xfrm>
          <a:off x="0" y="0"/>
          <a:ext cx="0" cy="0"/>
          <a:chOff x="0" y="0"/>
          <a:chExt cx="0" cy="0"/>
        </a:xfrm>
      </p:grpSpPr>
      <p:sp>
        <p:nvSpPr>
          <p:cNvPr id="1799" name="Google Shape;1799;p50"/>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a:spcBef>
                <a:spcPts val="0"/>
              </a:spcBef>
              <a:spcAft>
                <a:spcPts val="0"/>
              </a:spcAft>
              <a:buSzPts val="1400"/>
              <a:buAutoNum type="arabicPeriod"/>
              <a:defRPr sz="1400"/>
            </a:lvl1pPr>
            <a:lvl2pPr lvl="1">
              <a:lnSpc>
                <a:spcPct val="100000"/>
              </a:lnSpc>
              <a:spcBef>
                <a:spcPts val="0"/>
              </a:spcBef>
              <a:spcAft>
                <a:spcPts val="0"/>
              </a:spcAft>
              <a:buClr>
                <a:srgbClr val="999999"/>
              </a:buClr>
              <a:buSzPts val="800"/>
              <a:buFont typeface="Open Sans"/>
              <a:buAutoNum type="alphaLcPeriod"/>
              <a:defRPr/>
            </a:lvl2pPr>
            <a:lvl3pPr lvl="2">
              <a:lnSpc>
                <a:spcPct val="100000"/>
              </a:lnSpc>
              <a:spcBef>
                <a:spcPts val="0"/>
              </a:spcBef>
              <a:spcAft>
                <a:spcPts val="0"/>
              </a:spcAft>
              <a:buClr>
                <a:srgbClr val="999999"/>
              </a:buClr>
              <a:buSzPts val="800"/>
              <a:buFont typeface="Open Sans"/>
              <a:buAutoNum type="romanLcPeriod"/>
              <a:defRPr/>
            </a:lvl3pPr>
            <a:lvl4pPr lvl="3">
              <a:lnSpc>
                <a:spcPct val="100000"/>
              </a:lnSpc>
              <a:spcBef>
                <a:spcPts val="0"/>
              </a:spcBef>
              <a:spcAft>
                <a:spcPts val="0"/>
              </a:spcAft>
              <a:buClr>
                <a:srgbClr val="999999"/>
              </a:buClr>
              <a:buSzPts val="800"/>
              <a:buFont typeface="Open Sans"/>
              <a:buAutoNum type="arabicPeriod"/>
              <a:defRPr/>
            </a:lvl4pPr>
            <a:lvl5pPr lvl="4">
              <a:lnSpc>
                <a:spcPct val="100000"/>
              </a:lnSpc>
              <a:spcBef>
                <a:spcPts val="0"/>
              </a:spcBef>
              <a:spcAft>
                <a:spcPts val="0"/>
              </a:spcAft>
              <a:buClr>
                <a:srgbClr val="999999"/>
              </a:buClr>
              <a:buSzPts val="1200"/>
              <a:buFont typeface="Open Sans"/>
              <a:buAutoNum type="alphaLcPeriod"/>
              <a:defRPr/>
            </a:lvl5pPr>
            <a:lvl6pPr lvl="5">
              <a:lnSpc>
                <a:spcPct val="100000"/>
              </a:lnSpc>
              <a:spcBef>
                <a:spcPts val="0"/>
              </a:spcBef>
              <a:spcAft>
                <a:spcPts val="0"/>
              </a:spcAft>
              <a:buClr>
                <a:srgbClr val="999999"/>
              </a:buClr>
              <a:buSzPts val="1200"/>
              <a:buFont typeface="Open Sans"/>
              <a:buAutoNum type="romanLcPeriod"/>
              <a:defRPr/>
            </a:lvl6pPr>
            <a:lvl7pPr lvl="6">
              <a:lnSpc>
                <a:spcPct val="100000"/>
              </a:lnSpc>
              <a:spcBef>
                <a:spcPts val="0"/>
              </a:spcBef>
              <a:spcAft>
                <a:spcPts val="0"/>
              </a:spcAft>
              <a:buClr>
                <a:srgbClr val="999999"/>
              </a:buClr>
              <a:buSzPts val="700"/>
              <a:buFont typeface="Open Sans"/>
              <a:buAutoNum type="arabicPeriod"/>
              <a:defRPr/>
            </a:lvl7pPr>
            <a:lvl8pPr lvl="7">
              <a:lnSpc>
                <a:spcPct val="100000"/>
              </a:lnSpc>
              <a:spcBef>
                <a:spcPts val="0"/>
              </a:spcBef>
              <a:spcAft>
                <a:spcPts val="0"/>
              </a:spcAft>
              <a:buClr>
                <a:srgbClr val="999999"/>
              </a:buClr>
              <a:buSzPts val="700"/>
              <a:buFont typeface="Open Sans"/>
              <a:buAutoNum type="alphaLcPeriod"/>
              <a:defRPr/>
            </a:lvl8pPr>
            <a:lvl9pPr lvl="8">
              <a:lnSpc>
                <a:spcPct val="100000"/>
              </a:lnSpc>
              <a:spcBef>
                <a:spcPts val="0"/>
              </a:spcBef>
              <a:spcAft>
                <a:spcPts val="0"/>
              </a:spcAft>
              <a:buClr>
                <a:srgbClr val="999999"/>
              </a:buClr>
              <a:buSzPts val="600"/>
              <a:buFont typeface="Open Sans"/>
              <a:buAutoNum type="romanLcPeriod"/>
              <a:defRPr/>
            </a:lvl9pPr>
          </a:lstStyle>
          <a:p/>
        </p:txBody>
      </p:sp>
      <p:sp>
        <p:nvSpPr>
          <p:cNvPr id="1800" name="Google Shape;1800;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1801" name="Google Shape;1801;p50"/>
          <p:cNvGrpSpPr/>
          <p:nvPr/>
        </p:nvGrpSpPr>
        <p:grpSpPr>
          <a:xfrm>
            <a:off x="8934675" y="3943438"/>
            <a:ext cx="439200" cy="439100"/>
            <a:chOff x="1101075" y="2142375"/>
            <a:chExt cx="439200" cy="439100"/>
          </a:xfrm>
        </p:grpSpPr>
        <p:sp>
          <p:nvSpPr>
            <p:cNvPr id="1802" name="Google Shape;1802;p5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5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4" name="Google Shape;1804;p50"/>
          <p:cNvGrpSpPr/>
          <p:nvPr/>
        </p:nvGrpSpPr>
        <p:grpSpPr>
          <a:xfrm>
            <a:off x="5481594" y="-3117615"/>
            <a:ext cx="5954334" cy="6142759"/>
            <a:chOff x="5329194" y="-2965215"/>
            <a:chExt cx="5954334" cy="6142759"/>
          </a:xfrm>
        </p:grpSpPr>
        <p:sp>
          <p:nvSpPr>
            <p:cNvPr id="1805" name="Google Shape;1805;p50"/>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50"/>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7" name="Google Shape;1807;p50"/>
            <p:cNvGrpSpPr/>
            <p:nvPr/>
          </p:nvGrpSpPr>
          <p:grpSpPr>
            <a:xfrm rot="10800000">
              <a:off x="5710125" y="185651"/>
              <a:ext cx="4558967" cy="134100"/>
              <a:chOff x="796100" y="3019701"/>
              <a:chExt cx="4558967" cy="134100"/>
            </a:xfrm>
          </p:grpSpPr>
          <p:sp>
            <p:nvSpPr>
              <p:cNvPr id="1808" name="Google Shape;1808;p5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9" name="Google Shape;1809;p5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810" name="Google Shape;1810;p5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11" name="Google Shape;1811;p50"/>
          <p:cNvGrpSpPr/>
          <p:nvPr/>
        </p:nvGrpSpPr>
        <p:grpSpPr>
          <a:xfrm flipH="1">
            <a:off x="-503516" y="3986929"/>
            <a:ext cx="5249359" cy="2992224"/>
            <a:chOff x="-258616" y="3430829"/>
            <a:chExt cx="5249359" cy="2992224"/>
          </a:xfrm>
        </p:grpSpPr>
        <p:pic>
          <p:nvPicPr>
            <p:cNvPr id="1812" name="Google Shape;1812;p50"/>
            <p:cNvPicPr preferRelativeResize="0"/>
            <p:nvPr/>
          </p:nvPicPr>
          <p:blipFill rotWithShape="1">
            <a:blip r:embed="rId2">
              <a:alphaModFix/>
            </a:blip>
            <a:srcRect b="26177" l="16960" r="7121" t="24718"/>
            <a:stretch/>
          </p:blipFill>
          <p:spPr>
            <a:xfrm>
              <a:off x="1070243" y="3430829"/>
              <a:ext cx="3920501" cy="2992224"/>
            </a:xfrm>
            <a:prstGeom prst="rect">
              <a:avLst/>
            </a:prstGeom>
            <a:noFill/>
            <a:ln>
              <a:noFill/>
            </a:ln>
          </p:spPr>
        </p:pic>
        <p:sp>
          <p:nvSpPr>
            <p:cNvPr id="1813" name="Google Shape;1813;p50"/>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50"/>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50"/>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50"/>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50"/>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8" name="Google Shape;1818;p50"/>
            <p:cNvGrpSpPr/>
            <p:nvPr/>
          </p:nvGrpSpPr>
          <p:grpSpPr>
            <a:xfrm>
              <a:off x="736485" y="4387072"/>
              <a:ext cx="161977" cy="161940"/>
              <a:chOff x="1101075" y="2142375"/>
              <a:chExt cx="439200" cy="439100"/>
            </a:xfrm>
          </p:grpSpPr>
          <p:sp>
            <p:nvSpPr>
              <p:cNvPr id="1819" name="Google Shape;1819;p5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5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21" name="Google Shape;1821;p50"/>
            <p:cNvGrpSpPr/>
            <p:nvPr/>
          </p:nvGrpSpPr>
          <p:grpSpPr>
            <a:xfrm rot="10800000">
              <a:off x="2118901" y="4805293"/>
              <a:ext cx="161977" cy="161940"/>
              <a:chOff x="1101075" y="2142375"/>
              <a:chExt cx="439200" cy="439100"/>
            </a:xfrm>
          </p:grpSpPr>
          <p:sp>
            <p:nvSpPr>
              <p:cNvPr id="1822" name="Google Shape;1822;p5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5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24" name="Shape 1824"/>
        <p:cNvGrpSpPr/>
        <p:nvPr/>
      </p:nvGrpSpPr>
      <p:grpSpPr>
        <a:xfrm>
          <a:off x="0" y="0"/>
          <a:ext cx="0" cy="0"/>
          <a:chOff x="0" y="0"/>
          <a:chExt cx="0" cy="0"/>
        </a:xfrm>
      </p:grpSpPr>
      <p:sp>
        <p:nvSpPr>
          <p:cNvPr id="1825" name="Google Shape;1825;p51"/>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1826" name="Google Shape;1826;p51"/>
          <p:cNvGrpSpPr/>
          <p:nvPr/>
        </p:nvGrpSpPr>
        <p:grpSpPr>
          <a:xfrm>
            <a:off x="6475811" y="-1541623"/>
            <a:ext cx="2583360" cy="2409685"/>
            <a:chOff x="6475811" y="-1541623"/>
            <a:chExt cx="2583360" cy="2409685"/>
          </a:xfrm>
        </p:grpSpPr>
        <p:grpSp>
          <p:nvGrpSpPr>
            <p:cNvPr id="1827" name="Google Shape;1827;p51"/>
            <p:cNvGrpSpPr/>
            <p:nvPr/>
          </p:nvGrpSpPr>
          <p:grpSpPr>
            <a:xfrm rot="-5400000">
              <a:off x="5879041" y="-944853"/>
              <a:ext cx="2133442" cy="939904"/>
              <a:chOff x="-149984" y="3754784"/>
              <a:chExt cx="2133442" cy="939904"/>
            </a:xfrm>
          </p:grpSpPr>
          <p:sp>
            <p:nvSpPr>
              <p:cNvPr id="1828" name="Google Shape;1828;p51"/>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51"/>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0" name="Google Shape;1830;p51"/>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51"/>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2" name="Google Shape;1832;p51"/>
            <p:cNvGrpSpPr/>
            <p:nvPr/>
          </p:nvGrpSpPr>
          <p:grpSpPr>
            <a:xfrm>
              <a:off x="7741638" y="-258450"/>
              <a:ext cx="439200" cy="439100"/>
              <a:chOff x="1101075" y="2142375"/>
              <a:chExt cx="439200" cy="439100"/>
            </a:xfrm>
          </p:grpSpPr>
          <p:sp>
            <p:nvSpPr>
              <p:cNvPr id="1833" name="Google Shape;1833;p5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5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35" name="Shape 1835"/>
        <p:cNvGrpSpPr/>
        <p:nvPr/>
      </p:nvGrpSpPr>
      <p:grpSpPr>
        <a:xfrm>
          <a:off x="0" y="0"/>
          <a:ext cx="0" cy="0"/>
          <a:chOff x="0" y="0"/>
          <a:chExt cx="0" cy="0"/>
        </a:xfrm>
      </p:grpSpPr>
      <p:sp>
        <p:nvSpPr>
          <p:cNvPr id="1836" name="Google Shape;1836;p52"/>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37" name="Google Shape;1837;p52"/>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a:spcBef>
                <a:spcPts val="0"/>
              </a:spcBef>
              <a:spcAft>
                <a:spcPts val="0"/>
              </a:spcAft>
              <a:buSzPts val="800"/>
              <a:buFont typeface="Open Sans"/>
              <a:buChar char="●"/>
              <a:defRPr/>
            </a:lvl1pPr>
            <a:lvl2pPr lvl="1" algn="ctr">
              <a:lnSpc>
                <a:spcPct val="100000"/>
              </a:lnSpc>
              <a:spcBef>
                <a:spcPts val="0"/>
              </a:spcBef>
              <a:spcAft>
                <a:spcPts val="0"/>
              </a:spcAft>
              <a:buSzPts val="800"/>
              <a:buFont typeface="Open Sans"/>
              <a:buChar char="○"/>
              <a:defRPr/>
            </a:lvl2pPr>
            <a:lvl3pPr lvl="2" algn="ctr">
              <a:lnSpc>
                <a:spcPct val="100000"/>
              </a:lnSpc>
              <a:spcBef>
                <a:spcPts val="0"/>
              </a:spcBef>
              <a:spcAft>
                <a:spcPts val="0"/>
              </a:spcAft>
              <a:buSzPts val="800"/>
              <a:buFont typeface="Open Sans"/>
              <a:buChar char="■"/>
              <a:defRPr/>
            </a:lvl3pPr>
            <a:lvl4pPr lvl="3" algn="ctr">
              <a:lnSpc>
                <a:spcPct val="100000"/>
              </a:lnSpc>
              <a:spcBef>
                <a:spcPts val="0"/>
              </a:spcBef>
              <a:spcAft>
                <a:spcPts val="0"/>
              </a:spcAft>
              <a:buSzPts val="800"/>
              <a:buFont typeface="Open Sans"/>
              <a:buChar char="●"/>
              <a:defRPr/>
            </a:lvl4pPr>
            <a:lvl5pPr lvl="4" algn="ctr">
              <a:lnSpc>
                <a:spcPct val="100000"/>
              </a:lnSpc>
              <a:spcBef>
                <a:spcPts val="0"/>
              </a:spcBef>
              <a:spcAft>
                <a:spcPts val="0"/>
              </a:spcAft>
              <a:buSzPts val="1200"/>
              <a:buFont typeface="Open Sans"/>
              <a:buChar char="○"/>
              <a:defRPr/>
            </a:lvl5pPr>
            <a:lvl6pPr lvl="5" algn="ctr">
              <a:lnSpc>
                <a:spcPct val="100000"/>
              </a:lnSpc>
              <a:spcBef>
                <a:spcPts val="0"/>
              </a:spcBef>
              <a:spcAft>
                <a:spcPts val="0"/>
              </a:spcAft>
              <a:buSzPts val="1200"/>
              <a:buFont typeface="Open Sans"/>
              <a:buChar char="■"/>
              <a:defRPr/>
            </a:lvl6pPr>
            <a:lvl7pPr lvl="6" algn="ctr">
              <a:lnSpc>
                <a:spcPct val="100000"/>
              </a:lnSpc>
              <a:spcBef>
                <a:spcPts val="0"/>
              </a:spcBef>
              <a:spcAft>
                <a:spcPts val="0"/>
              </a:spcAft>
              <a:buSzPts val="700"/>
              <a:buFont typeface="Open Sans"/>
              <a:buChar char="●"/>
              <a:defRPr/>
            </a:lvl7pPr>
            <a:lvl8pPr lvl="7" algn="ctr">
              <a:lnSpc>
                <a:spcPct val="100000"/>
              </a:lnSpc>
              <a:spcBef>
                <a:spcPts val="0"/>
              </a:spcBef>
              <a:spcAft>
                <a:spcPts val="0"/>
              </a:spcAft>
              <a:buSzPts val="700"/>
              <a:buFont typeface="Open Sans"/>
              <a:buChar char="○"/>
              <a:defRPr/>
            </a:lvl8pPr>
            <a:lvl9pPr lvl="8" algn="ctr">
              <a:lnSpc>
                <a:spcPct val="100000"/>
              </a:lnSpc>
              <a:spcBef>
                <a:spcPts val="0"/>
              </a:spcBef>
              <a:spcAft>
                <a:spcPts val="0"/>
              </a:spcAft>
              <a:buSzPts val="600"/>
              <a:buFont typeface="Open Sans"/>
              <a:buChar char="■"/>
              <a:defRPr/>
            </a:lvl9pPr>
          </a:lstStyle>
          <a:p/>
        </p:txBody>
      </p:sp>
      <p:sp>
        <p:nvSpPr>
          <p:cNvPr id="1838" name="Google Shape;1838;p52"/>
          <p:cNvSpPr/>
          <p:nvPr>
            <p:ph idx="2" type="pic"/>
          </p:nvPr>
        </p:nvSpPr>
        <p:spPr>
          <a:xfrm>
            <a:off x="4135800" y="539500"/>
            <a:ext cx="4295100" cy="4069200"/>
          </a:xfrm>
          <a:prstGeom prst="snip1Rect">
            <a:avLst>
              <a:gd fmla="val 16667" name="adj"/>
            </a:avLst>
          </a:prstGeom>
          <a:noFill/>
          <a:ln>
            <a:noFill/>
          </a:ln>
        </p:spPr>
      </p:sp>
      <p:grpSp>
        <p:nvGrpSpPr>
          <p:cNvPr id="1839" name="Google Shape;1839;p52"/>
          <p:cNvGrpSpPr/>
          <p:nvPr/>
        </p:nvGrpSpPr>
        <p:grpSpPr>
          <a:xfrm>
            <a:off x="-2393465" y="-1635538"/>
            <a:ext cx="4710415" cy="5344655"/>
            <a:chOff x="-2317265" y="-1559338"/>
            <a:chExt cx="4710415" cy="5344655"/>
          </a:xfrm>
        </p:grpSpPr>
        <p:pic>
          <p:nvPicPr>
            <p:cNvPr id="1840" name="Google Shape;1840;p52"/>
            <p:cNvPicPr preferRelativeResize="0"/>
            <p:nvPr/>
          </p:nvPicPr>
          <p:blipFill rotWithShape="1">
            <a:blip r:embed="rId2">
              <a:alphaModFix/>
            </a:blip>
            <a:srcRect b="26177" l="16960" r="7121" t="24718"/>
            <a:stretch/>
          </p:blipFill>
          <p:spPr>
            <a:xfrm>
              <a:off x="-2317265" y="-1559338"/>
              <a:ext cx="3920501" cy="2992224"/>
            </a:xfrm>
            <a:prstGeom prst="rect">
              <a:avLst/>
            </a:prstGeom>
            <a:noFill/>
            <a:ln>
              <a:noFill/>
            </a:ln>
          </p:spPr>
        </p:pic>
        <p:grpSp>
          <p:nvGrpSpPr>
            <p:cNvPr id="1841" name="Google Shape;1841;p52"/>
            <p:cNvGrpSpPr/>
            <p:nvPr/>
          </p:nvGrpSpPr>
          <p:grpSpPr>
            <a:xfrm>
              <a:off x="-1322674" y="-1333888"/>
              <a:ext cx="3153315" cy="5119205"/>
              <a:chOff x="6643701" y="816087"/>
              <a:chExt cx="3153315" cy="5119205"/>
            </a:xfrm>
          </p:grpSpPr>
          <p:sp>
            <p:nvSpPr>
              <p:cNvPr id="1842" name="Google Shape;1842;p52"/>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3" name="Google Shape;1843;p52"/>
              <p:cNvGrpSpPr/>
              <p:nvPr/>
            </p:nvGrpSpPr>
            <p:grpSpPr>
              <a:xfrm>
                <a:off x="8671986" y="2443197"/>
                <a:ext cx="134004" cy="134004"/>
                <a:chOff x="8356813" y="1074288"/>
                <a:chExt cx="351900" cy="351900"/>
              </a:xfrm>
            </p:grpSpPr>
            <p:sp>
              <p:nvSpPr>
                <p:cNvPr id="1844" name="Google Shape;1844;p5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5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6" name="Google Shape;1846;p52"/>
              <p:cNvGrpSpPr/>
              <p:nvPr/>
            </p:nvGrpSpPr>
            <p:grpSpPr>
              <a:xfrm>
                <a:off x="7678536" y="3129397"/>
                <a:ext cx="134004" cy="134004"/>
                <a:chOff x="8356813" y="1074288"/>
                <a:chExt cx="351900" cy="351900"/>
              </a:xfrm>
            </p:grpSpPr>
            <p:sp>
              <p:nvSpPr>
                <p:cNvPr id="1847" name="Google Shape;1847;p5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5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9" name="Google Shape;1849;p52"/>
              <p:cNvGrpSpPr/>
              <p:nvPr/>
            </p:nvGrpSpPr>
            <p:grpSpPr>
              <a:xfrm>
                <a:off x="8062611" y="3503222"/>
                <a:ext cx="134004" cy="134004"/>
                <a:chOff x="8356813" y="1074288"/>
                <a:chExt cx="351900" cy="351900"/>
              </a:xfrm>
            </p:grpSpPr>
            <p:sp>
              <p:nvSpPr>
                <p:cNvPr id="1850" name="Google Shape;1850;p5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5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52" name="Google Shape;1852;p52"/>
            <p:cNvGrpSpPr/>
            <p:nvPr/>
          </p:nvGrpSpPr>
          <p:grpSpPr>
            <a:xfrm>
              <a:off x="121568" y="-846844"/>
              <a:ext cx="88151" cy="2151709"/>
              <a:chOff x="3054755" y="4367024"/>
              <a:chExt cx="88142" cy="1137387"/>
            </a:xfrm>
          </p:grpSpPr>
          <p:sp>
            <p:nvSpPr>
              <p:cNvPr id="1853" name="Google Shape;1853;p52"/>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52"/>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5" name="Google Shape;1855;p52"/>
            <p:cNvGrpSpPr/>
            <p:nvPr/>
          </p:nvGrpSpPr>
          <p:grpSpPr>
            <a:xfrm>
              <a:off x="361243" y="-718832"/>
              <a:ext cx="88151" cy="2151709"/>
              <a:chOff x="3054755" y="4367024"/>
              <a:chExt cx="88142" cy="1137387"/>
            </a:xfrm>
          </p:grpSpPr>
          <p:sp>
            <p:nvSpPr>
              <p:cNvPr id="1856" name="Google Shape;1856;p52"/>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52"/>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8" name="Google Shape;1858;p52"/>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9" name="Google Shape;1859;p52"/>
            <p:cNvGrpSpPr/>
            <p:nvPr/>
          </p:nvGrpSpPr>
          <p:grpSpPr>
            <a:xfrm>
              <a:off x="-175967" y="337269"/>
              <a:ext cx="480890" cy="481200"/>
              <a:chOff x="959750" y="3039275"/>
              <a:chExt cx="582050" cy="582425"/>
            </a:xfrm>
          </p:grpSpPr>
          <p:sp>
            <p:nvSpPr>
              <p:cNvPr id="1860" name="Google Shape;1860;p5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5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5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5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5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5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5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7" name="Google Shape;1867;p52"/>
          <p:cNvGrpSpPr/>
          <p:nvPr/>
        </p:nvGrpSpPr>
        <p:grpSpPr>
          <a:xfrm>
            <a:off x="6719910" y="2898312"/>
            <a:ext cx="3920501" cy="3213899"/>
            <a:chOff x="6643710" y="2822113"/>
            <a:chExt cx="3920501" cy="3213899"/>
          </a:xfrm>
        </p:grpSpPr>
        <p:sp>
          <p:nvSpPr>
            <p:cNvPr id="1868" name="Google Shape;1868;p52"/>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69" name="Google Shape;1869;p52"/>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grpSp>
          <p:nvGrpSpPr>
            <p:cNvPr id="1870" name="Google Shape;1870;p52"/>
            <p:cNvGrpSpPr/>
            <p:nvPr/>
          </p:nvGrpSpPr>
          <p:grpSpPr>
            <a:xfrm>
              <a:off x="8671987" y="3471620"/>
              <a:ext cx="699928" cy="1651024"/>
              <a:chOff x="8337812" y="3492483"/>
              <a:chExt cx="699928" cy="1651024"/>
            </a:xfrm>
          </p:grpSpPr>
          <p:sp>
            <p:nvSpPr>
              <p:cNvPr id="1871" name="Google Shape;1871;p5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5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5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4" name="Google Shape;1874;p52"/>
            <p:cNvGrpSpPr/>
            <p:nvPr/>
          </p:nvGrpSpPr>
          <p:grpSpPr>
            <a:xfrm>
              <a:off x="8279400" y="4281138"/>
              <a:ext cx="904666" cy="726121"/>
              <a:chOff x="7945225" y="4302000"/>
              <a:chExt cx="904666" cy="726121"/>
            </a:xfrm>
          </p:grpSpPr>
          <p:sp>
            <p:nvSpPr>
              <p:cNvPr id="1875" name="Google Shape;1875;p5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5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5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8" name="Google Shape;1878;p52"/>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52"/>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0" name="Google Shape;1880;p52"/>
          <p:cNvGrpSpPr/>
          <p:nvPr/>
        </p:nvGrpSpPr>
        <p:grpSpPr>
          <a:xfrm>
            <a:off x="-1953175" y="4816451"/>
            <a:ext cx="4558967" cy="134100"/>
            <a:chOff x="796100" y="3019701"/>
            <a:chExt cx="4558967" cy="134100"/>
          </a:xfrm>
        </p:grpSpPr>
        <p:sp>
          <p:nvSpPr>
            <p:cNvPr id="1881" name="Google Shape;1881;p52"/>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2" name="Google Shape;1882;p52"/>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883" name="Google Shape;1883;p52"/>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84" name="Shape 1884"/>
        <p:cNvGrpSpPr/>
        <p:nvPr/>
      </p:nvGrpSpPr>
      <p:grpSpPr>
        <a:xfrm>
          <a:off x="0" y="0"/>
          <a:ext cx="0" cy="0"/>
          <a:chOff x="0" y="0"/>
          <a:chExt cx="0" cy="0"/>
        </a:xfrm>
      </p:grpSpPr>
      <p:sp>
        <p:nvSpPr>
          <p:cNvPr id="1885" name="Google Shape;1885;p53"/>
          <p:cNvSpPr/>
          <p:nvPr>
            <p:ph idx="2" type="pic"/>
          </p:nvPr>
        </p:nvSpPr>
        <p:spPr>
          <a:xfrm>
            <a:off x="0" y="0"/>
            <a:ext cx="9144000" cy="5143500"/>
          </a:xfrm>
          <a:prstGeom prst="rect">
            <a:avLst/>
          </a:prstGeom>
          <a:noFill/>
          <a:ln>
            <a:noFill/>
          </a:ln>
        </p:spPr>
      </p:sp>
      <p:sp>
        <p:nvSpPr>
          <p:cNvPr id="1886" name="Google Shape;1886;p53"/>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sz="25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87" name="Shape 1887"/>
        <p:cNvGrpSpPr/>
        <p:nvPr/>
      </p:nvGrpSpPr>
      <p:grpSpPr>
        <a:xfrm>
          <a:off x="0" y="0"/>
          <a:ext cx="0" cy="0"/>
          <a:chOff x="0" y="0"/>
          <a:chExt cx="0" cy="0"/>
        </a:xfrm>
      </p:grpSpPr>
      <p:sp>
        <p:nvSpPr>
          <p:cNvPr id="1888" name="Google Shape;1888;p54"/>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1889" name="Google Shape;1889;p54"/>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1890" name="Google Shape;1890;p54"/>
          <p:cNvGrpSpPr/>
          <p:nvPr/>
        </p:nvGrpSpPr>
        <p:grpSpPr>
          <a:xfrm>
            <a:off x="-889904" y="4083136"/>
            <a:ext cx="4477057" cy="2336436"/>
            <a:chOff x="-889904" y="4006936"/>
            <a:chExt cx="4477057" cy="2336436"/>
          </a:xfrm>
        </p:grpSpPr>
        <p:grpSp>
          <p:nvGrpSpPr>
            <p:cNvPr id="1891" name="Google Shape;1891;p54"/>
            <p:cNvGrpSpPr/>
            <p:nvPr/>
          </p:nvGrpSpPr>
          <p:grpSpPr>
            <a:xfrm>
              <a:off x="-889904" y="4006936"/>
              <a:ext cx="4477057" cy="2336436"/>
              <a:chOff x="-900729" y="3974486"/>
              <a:chExt cx="4477057" cy="2336436"/>
            </a:xfrm>
          </p:grpSpPr>
          <p:sp>
            <p:nvSpPr>
              <p:cNvPr id="1892" name="Google Shape;1892;p54"/>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54"/>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4" name="Google Shape;1894;p54"/>
              <p:cNvGrpSpPr/>
              <p:nvPr/>
            </p:nvGrpSpPr>
            <p:grpSpPr>
              <a:xfrm>
                <a:off x="63440" y="4608566"/>
                <a:ext cx="496803" cy="497084"/>
                <a:chOff x="3678700" y="407275"/>
                <a:chExt cx="708100" cy="708500"/>
              </a:xfrm>
            </p:grpSpPr>
            <p:sp>
              <p:nvSpPr>
                <p:cNvPr id="1895" name="Google Shape;1895;p5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5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5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5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5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5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5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2" name="Google Shape;1902;p54"/>
              <p:cNvGrpSpPr/>
              <p:nvPr/>
            </p:nvGrpSpPr>
            <p:grpSpPr>
              <a:xfrm>
                <a:off x="464815" y="4608566"/>
                <a:ext cx="496803" cy="497084"/>
                <a:chOff x="3678700" y="407275"/>
                <a:chExt cx="708100" cy="708500"/>
              </a:xfrm>
            </p:grpSpPr>
            <p:sp>
              <p:nvSpPr>
                <p:cNvPr id="1903" name="Google Shape;1903;p5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5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5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5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5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5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5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10" name="Google Shape;1910;p54"/>
            <p:cNvGrpSpPr/>
            <p:nvPr/>
          </p:nvGrpSpPr>
          <p:grpSpPr>
            <a:xfrm rot="5400000">
              <a:off x="1017275" y="4934200"/>
              <a:ext cx="439200" cy="439100"/>
              <a:chOff x="1101075" y="2142375"/>
              <a:chExt cx="439200" cy="439100"/>
            </a:xfrm>
          </p:grpSpPr>
          <p:sp>
            <p:nvSpPr>
              <p:cNvPr id="1911" name="Google Shape;1911;p5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5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13" name="Google Shape;1913;p54"/>
          <p:cNvGrpSpPr/>
          <p:nvPr/>
        </p:nvGrpSpPr>
        <p:grpSpPr>
          <a:xfrm>
            <a:off x="-2613417" y="-2882410"/>
            <a:ext cx="8164418" cy="6343459"/>
            <a:chOff x="-2613417" y="-2806210"/>
            <a:chExt cx="8164418" cy="6343459"/>
          </a:xfrm>
        </p:grpSpPr>
        <p:grpSp>
          <p:nvGrpSpPr>
            <p:cNvPr id="1914" name="Google Shape;1914;p54"/>
            <p:cNvGrpSpPr/>
            <p:nvPr/>
          </p:nvGrpSpPr>
          <p:grpSpPr>
            <a:xfrm>
              <a:off x="-191059" y="95963"/>
              <a:ext cx="1538562" cy="971589"/>
              <a:chOff x="-191059" y="95963"/>
              <a:chExt cx="1538562" cy="971589"/>
            </a:xfrm>
          </p:grpSpPr>
          <p:grpSp>
            <p:nvGrpSpPr>
              <p:cNvPr id="1915" name="Google Shape;1915;p54"/>
              <p:cNvGrpSpPr/>
              <p:nvPr/>
            </p:nvGrpSpPr>
            <p:grpSpPr>
              <a:xfrm>
                <a:off x="-191059" y="201619"/>
                <a:ext cx="904284" cy="865933"/>
                <a:chOff x="2038491" y="-937756"/>
                <a:chExt cx="904284" cy="865933"/>
              </a:xfrm>
            </p:grpSpPr>
            <p:grpSp>
              <p:nvGrpSpPr>
                <p:cNvPr id="1916" name="Google Shape;1916;p54"/>
                <p:cNvGrpSpPr/>
                <p:nvPr/>
              </p:nvGrpSpPr>
              <p:grpSpPr>
                <a:xfrm>
                  <a:off x="2096570" y="-863491"/>
                  <a:ext cx="717621" cy="717392"/>
                  <a:chOff x="1483457" y="3953671"/>
                  <a:chExt cx="717621" cy="717392"/>
                </a:xfrm>
              </p:grpSpPr>
              <p:sp>
                <p:nvSpPr>
                  <p:cNvPr id="1917" name="Google Shape;1917;p5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5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5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5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5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22" name="Google Shape;1922;p54"/>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3" name="Google Shape;1923;p54"/>
              <p:cNvGrpSpPr/>
              <p:nvPr/>
            </p:nvGrpSpPr>
            <p:grpSpPr>
              <a:xfrm>
                <a:off x="584533" y="95963"/>
                <a:ext cx="473483" cy="453403"/>
                <a:chOff x="2038491" y="-937756"/>
                <a:chExt cx="904284" cy="865933"/>
              </a:xfrm>
            </p:grpSpPr>
            <p:grpSp>
              <p:nvGrpSpPr>
                <p:cNvPr id="1924" name="Google Shape;1924;p54"/>
                <p:cNvGrpSpPr/>
                <p:nvPr/>
              </p:nvGrpSpPr>
              <p:grpSpPr>
                <a:xfrm>
                  <a:off x="2096570" y="-863491"/>
                  <a:ext cx="717621" cy="717392"/>
                  <a:chOff x="1483457" y="3953671"/>
                  <a:chExt cx="717621" cy="717392"/>
                </a:xfrm>
              </p:grpSpPr>
              <p:sp>
                <p:nvSpPr>
                  <p:cNvPr id="1925" name="Google Shape;1925;p5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5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5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5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5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0" name="Google Shape;1930;p54"/>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1" name="Google Shape;1931;p54"/>
              <p:cNvGrpSpPr/>
              <p:nvPr/>
            </p:nvGrpSpPr>
            <p:grpSpPr>
              <a:xfrm>
                <a:off x="530445" y="481913"/>
                <a:ext cx="473483" cy="453403"/>
                <a:chOff x="2038491" y="-937756"/>
                <a:chExt cx="904284" cy="865933"/>
              </a:xfrm>
            </p:grpSpPr>
            <p:grpSp>
              <p:nvGrpSpPr>
                <p:cNvPr id="1932" name="Google Shape;1932;p54"/>
                <p:cNvGrpSpPr/>
                <p:nvPr/>
              </p:nvGrpSpPr>
              <p:grpSpPr>
                <a:xfrm>
                  <a:off x="2096570" y="-863491"/>
                  <a:ext cx="717621" cy="717392"/>
                  <a:chOff x="1483457" y="3953671"/>
                  <a:chExt cx="717621" cy="717392"/>
                </a:xfrm>
              </p:grpSpPr>
              <p:sp>
                <p:nvSpPr>
                  <p:cNvPr id="1933" name="Google Shape;1933;p5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5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5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5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5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38" name="Google Shape;1938;p54"/>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9" name="Google Shape;1939;p54"/>
              <p:cNvGrpSpPr/>
              <p:nvPr/>
            </p:nvGrpSpPr>
            <p:grpSpPr>
              <a:xfrm>
                <a:off x="874020" y="312788"/>
                <a:ext cx="473483" cy="453403"/>
                <a:chOff x="2038491" y="-937756"/>
                <a:chExt cx="904284" cy="865933"/>
              </a:xfrm>
            </p:grpSpPr>
            <p:grpSp>
              <p:nvGrpSpPr>
                <p:cNvPr id="1940" name="Google Shape;1940;p54"/>
                <p:cNvGrpSpPr/>
                <p:nvPr/>
              </p:nvGrpSpPr>
              <p:grpSpPr>
                <a:xfrm>
                  <a:off x="2096570" y="-863491"/>
                  <a:ext cx="717621" cy="717392"/>
                  <a:chOff x="1483457" y="3953671"/>
                  <a:chExt cx="717621" cy="717392"/>
                </a:xfrm>
              </p:grpSpPr>
              <p:sp>
                <p:nvSpPr>
                  <p:cNvPr id="1941" name="Google Shape;1941;p5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5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5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5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5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6" name="Google Shape;1946;p54"/>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47" name="Google Shape;1947;p54"/>
            <p:cNvGrpSpPr/>
            <p:nvPr/>
          </p:nvGrpSpPr>
          <p:grpSpPr>
            <a:xfrm rot="-7479050">
              <a:off x="-2051246" y="-1642948"/>
              <a:ext cx="4889863" cy="3931229"/>
              <a:chOff x="7103825" y="-713112"/>
              <a:chExt cx="3785226" cy="3043150"/>
            </a:xfrm>
          </p:grpSpPr>
          <p:sp>
            <p:nvSpPr>
              <p:cNvPr id="1948" name="Google Shape;1948;p5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49" name="Google Shape;1949;p54"/>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1950" name="Google Shape;1950;p54"/>
            <p:cNvGrpSpPr/>
            <p:nvPr/>
          </p:nvGrpSpPr>
          <p:grpSpPr>
            <a:xfrm>
              <a:off x="-640220" y="-2653973"/>
              <a:ext cx="6191222" cy="6191222"/>
              <a:chOff x="-640220" y="-2502423"/>
              <a:chExt cx="6191222" cy="6191222"/>
            </a:xfrm>
          </p:grpSpPr>
          <p:sp>
            <p:nvSpPr>
              <p:cNvPr id="1951" name="Google Shape;1951;p54"/>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54"/>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953" name="Shape 1953"/>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54" name="Shape 1954"/>
        <p:cNvGrpSpPr/>
        <p:nvPr/>
      </p:nvGrpSpPr>
      <p:grpSpPr>
        <a:xfrm>
          <a:off x="0" y="0"/>
          <a:ext cx="0" cy="0"/>
          <a:chOff x="0" y="0"/>
          <a:chExt cx="0" cy="0"/>
        </a:xfrm>
      </p:grpSpPr>
      <p:sp>
        <p:nvSpPr>
          <p:cNvPr id="1955" name="Google Shape;1955;p5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1956" name="Google Shape;1956;p56"/>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7" name="Google Shape;1957;p56"/>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8" name="Google Shape;1958;p56"/>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59" name="Google Shape;1959;p56"/>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60" name="Google Shape;1960;p56"/>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961" name="Google Shape;1961;p56"/>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962" name="Google Shape;1962;p56"/>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963" name="Google Shape;1963;p56"/>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1964" name="Google Shape;1964;p56"/>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1965" name="Google Shape;1965;p56"/>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1966" name="Google Shape;1966;p56"/>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967" name="Google Shape;1967;p56"/>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968" name="Google Shape;1968;p56"/>
          <p:cNvGrpSpPr/>
          <p:nvPr/>
        </p:nvGrpSpPr>
        <p:grpSpPr>
          <a:xfrm>
            <a:off x="-808923" y="2711465"/>
            <a:ext cx="2097951" cy="3309497"/>
            <a:chOff x="-656523" y="2711465"/>
            <a:chExt cx="2097951" cy="3309497"/>
          </a:xfrm>
        </p:grpSpPr>
        <p:sp>
          <p:nvSpPr>
            <p:cNvPr id="1969" name="Google Shape;1969;p56"/>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70" name="Google Shape;1970;p56"/>
            <p:cNvGrpSpPr/>
            <p:nvPr/>
          </p:nvGrpSpPr>
          <p:grpSpPr>
            <a:xfrm>
              <a:off x="323479" y="4682324"/>
              <a:ext cx="328346" cy="328531"/>
              <a:chOff x="3678700" y="407275"/>
              <a:chExt cx="708100" cy="708500"/>
            </a:xfrm>
          </p:grpSpPr>
          <p:sp>
            <p:nvSpPr>
              <p:cNvPr id="1971" name="Google Shape;1971;p5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5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5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5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5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5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5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8" name="Google Shape;1978;p56"/>
            <p:cNvGrpSpPr/>
            <p:nvPr/>
          </p:nvGrpSpPr>
          <p:grpSpPr>
            <a:xfrm>
              <a:off x="-541317" y="2711465"/>
              <a:ext cx="1117945" cy="1598547"/>
              <a:chOff x="-541317" y="2711465"/>
              <a:chExt cx="1117945" cy="1598547"/>
            </a:xfrm>
          </p:grpSpPr>
          <p:sp>
            <p:nvSpPr>
              <p:cNvPr id="1979" name="Google Shape;1979;p56"/>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0" name="Google Shape;1980;p56"/>
              <p:cNvGrpSpPr/>
              <p:nvPr/>
            </p:nvGrpSpPr>
            <p:grpSpPr>
              <a:xfrm>
                <a:off x="442584" y="4120912"/>
                <a:ext cx="134044" cy="134013"/>
                <a:chOff x="1101075" y="2142375"/>
                <a:chExt cx="439200" cy="439100"/>
              </a:xfrm>
            </p:grpSpPr>
            <p:sp>
              <p:nvSpPr>
                <p:cNvPr id="1981" name="Google Shape;1981;p5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5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83" name="Google Shape;1983;p56"/>
            <p:cNvGrpSpPr/>
            <p:nvPr/>
          </p:nvGrpSpPr>
          <p:grpSpPr>
            <a:xfrm rot="-9080766">
              <a:off x="-341725" y="3731687"/>
              <a:ext cx="1117904" cy="1598488"/>
              <a:chOff x="-541317" y="2711465"/>
              <a:chExt cx="1117945" cy="1598547"/>
            </a:xfrm>
          </p:grpSpPr>
          <p:sp>
            <p:nvSpPr>
              <p:cNvPr id="1984" name="Google Shape;1984;p56"/>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5" name="Google Shape;1985;p56"/>
              <p:cNvGrpSpPr/>
              <p:nvPr/>
            </p:nvGrpSpPr>
            <p:grpSpPr>
              <a:xfrm>
                <a:off x="442584" y="4120912"/>
                <a:ext cx="134044" cy="134013"/>
                <a:chOff x="1101075" y="2142375"/>
                <a:chExt cx="439200" cy="439100"/>
              </a:xfrm>
            </p:grpSpPr>
            <p:sp>
              <p:nvSpPr>
                <p:cNvPr id="1986" name="Google Shape;1986;p5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5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88" name="Google Shape;1988;p56"/>
            <p:cNvGrpSpPr/>
            <p:nvPr/>
          </p:nvGrpSpPr>
          <p:grpSpPr>
            <a:xfrm rot="10800000">
              <a:off x="323483" y="4422415"/>
              <a:ext cx="1117945" cy="1598547"/>
              <a:chOff x="-541317" y="2711465"/>
              <a:chExt cx="1117945" cy="1598547"/>
            </a:xfrm>
          </p:grpSpPr>
          <p:sp>
            <p:nvSpPr>
              <p:cNvPr id="1989" name="Google Shape;1989;p56"/>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0" name="Google Shape;1990;p56"/>
              <p:cNvGrpSpPr/>
              <p:nvPr/>
            </p:nvGrpSpPr>
            <p:grpSpPr>
              <a:xfrm>
                <a:off x="442584" y="4120912"/>
                <a:ext cx="134044" cy="134013"/>
                <a:chOff x="1101075" y="2142375"/>
                <a:chExt cx="439200" cy="439100"/>
              </a:xfrm>
            </p:grpSpPr>
            <p:sp>
              <p:nvSpPr>
                <p:cNvPr id="1991" name="Google Shape;1991;p5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5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993" name="Google Shape;1993;p56"/>
          <p:cNvGrpSpPr/>
          <p:nvPr/>
        </p:nvGrpSpPr>
        <p:grpSpPr>
          <a:xfrm>
            <a:off x="6470875" y="-1735180"/>
            <a:ext cx="4257000" cy="4171657"/>
            <a:chOff x="6394675" y="-1658980"/>
            <a:chExt cx="4257000" cy="4171657"/>
          </a:xfrm>
        </p:grpSpPr>
        <p:grpSp>
          <p:nvGrpSpPr>
            <p:cNvPr id="1994" name="Google Shape;1994;p56"/>
            <p:cNvGrpSpPr/>
            <p:nvPr/>
          </p:nvGrpSpPr>
          <p:grpSpPr>
            <a:xfrm flipH="1" rot="-2700000">
              <a:off x="7289785" y="-1246897"/>
              <a:ext cx="2552124" cy="3347490"/>
              <a:chOff x="2976325" y="908175"/>
              <a:chExt cx="4028179" cy="5283555"/>
            </a:xfrm>
          </p:grpSpPr>
          <p:sp>
            <p:nvSpPr>
              <p:cNvPr id="1995" name="Google Shape;1995;p5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5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5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8" name="Google Shape;1998;p56"/>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56"/>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0" name="Google Shape;2000;p56"/>
          <p:cNvGrpSpPr/>
          <p:nvPr/>
        </p:nvGrpSpPr>
        <p:grpSpPr>
          <a:xfrm>
            <a:off x="-113888" y="229201"/>
            <a:ext cx="1891393" cy="134100"/>
            <a:chOff x="-113888" y="229201"/>
            <a:chExt cx="1891393" cy="134100"/>
          </a:xfrm>
        </p:grpSpPr>
        <p:sp>
          <p:nvSpPr>
            <p:cNvPr id="2001" name="Google Shape;2001;p56"/>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2" name="Google Shape;2002;p56"/>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2003" name="Google Shape;2003;p56"/>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04" name="Shape 2004"/>
        <p:cNvGrpSpPr/>
        <p:nvPr/>
      </p:nvGrpSpPr>
      <p:grpSpPr>
        <a:xfrm>
          <a:off x="0" y="0"/>
          <a:ext cx="0" cy="0"/>
          <a:chOff x="0" y="0"/>
          <a:chExt cx="0" cy="0"/>
        </a:xfrm>
      </p:grpSpPr>
      <p:sp>
        <p:nvSpPr>
          <p:cNvPr id="2005" name="Google Shape;2005;p57"/>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2006" name="Google Shape;2006;p57"/>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007" name="Shape 2007"/>
        <p:cNvGrpSpPr/>
        <p:nvPr/>
      </p:nvGrpSpPr>
      <p:grpSpPr>
        <a:xfrm>
          <a:off x="0" y="0"/>
          <a:ext cx="0" cy="0"/>
          <a:chOff x="0" y="0"/>
          <a:chExt cx="0" cy="0"/>
        </a:xfrm>
      </p:grpSpPr>
      <p:sp>
        <p:nvSpPr>
          <p:cNvPr id="2008" name="Google Shape;2008;p5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2009" name="Google Shape;2009;p58"/>
          <p:cNvGrpSpPr/>
          <p:nvPr/>
        </p:nvGrpSpPr>
        <p:grpSpPr>
          <a:xfrm>
            <a:off x="4967675" y="4931713"/>
            <a:ext cx="439200" cy="439100"/>
            <a:chOff x="1101075" y="2142375"/>
            <a:chExt cx="439200" cy="439100"/>
          </a:xfrm>
        </p:grpSpPr>
        <p:sp>
          <p:nvSpPr>
            <p:cNvPr id="2010" name="Google Shape;2010;p5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5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2" name="Google Shape;2012;p58"/>
          <p:cNvGrpSpPr/>
          <p:nvPr/>
        </p:nvGrpSpPr>
        <p:grpSpPr>
          <a:xfrm>
            <a:off x="2176605" y="-3695660"/>
            <a:ext cx="7317722" cy="6983297"/>
            <a:chOff x="2100405" y="-3619460"/>
            <a:chExt cx="7317722" cy="6983297"/>
          </a:xfrm>
        </p:grpSpPr>
        <p:sp>
          <p:nvSpPr>
            <p:cNvPr id="2013" name="Google Shape;2013;p58"/>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14" name="Google Shape;2014;p58"/>
            <p:cNvGrpSpPr/>
            <p:nvPr/>
          </p:nvGrpSpPr>
          <p:grpSpPr>
            <a:xfrm rot="2700000">
              <a:off x="7787417" y="120497"/>
              <a:ext cx="582044" cy="582419"/>
              <a:chOff x="959750" y="3039275"/>
              <a:chExt cx="582050" cy="582425"/>
            </a:xfrm>
          </p:grpSpPr>
          <p:sp>
            <p:nvSpPr>
              <p:cNvPr id="2015" name="Google Shape;2015;p5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5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5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5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5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5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5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2" name="Google Shape;2022;p58"/>
            <p:cNvGrpSpPr/>
            <p:nvPr/>
          </p:nvGrpSpPr>
          <p:grpSpPr>
            <a:xfrm rot="2700000">
              <a:off x="8310742" y="-75303"/>
              <a:ext cx="582044" cy="582419"/>
              <a:chOff x="959750" y="3039275"/>
              <a:chExt cx="582050" cy="582425"/>
            </a:xfrm>
          </p:grpSpPr>
          <p:sp>
            <p:nvSpPr>
              <p:cNvPr id="2023" name="Google Shape;2023;p5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5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5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5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5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5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5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0" name="Google Shape;2030;p58"/>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58"/>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58"/>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58"/>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4" name="Google Shape;2034;p58"/>
          <p:cNvGrpSpPr/>
          <p:nvPr/>
        </p:nvGrpSpPr>
        <p:grpSpPr>
          <a:xfrm>
            <a:off x="-2424242" y="2074146"/>
            <a:ext cx="6274943" cy="6257753"/>
            <a:chOff x="-2447692" y="2022396"/>
            <a:chExt cx="6274943" cy="6257753"/>
          </a:xfrm>
        </p:grpSpPr>
        <p:grpSp>
          <p:nvGrpSpPr>
            <p:cNvPr id="2035" name="Google Shape;2035;p58"/>
            <p:cNvGrpSpPr/>
            <p:nvPr/>
          </p:nvGrpSpPr>
          <p:grpSpPr>
            <a:xfrm flipH="1" rot="10800000">
              <a:off x="-25334" y="4406387"/>
              <a:ext cx="1538562" cy="971589"/>
              <a:chOff x="-191059" y="95963"/>
              <a:chExt cx="1538562" cy="971589"/>
            </a:xfrm>
          </p:grpSpPr>
          <p:grpSp>
            <p:nvGrpSpPr>
              <p:cNvPr id="2036" name="Google Shape;2036;p58"/>
              <p:cNvGrpSpPr/>
              <p:nvPr/>
            </p:nvGrpSpPr>
            <p:grpSpPr>
              <a:xfrm>
                <a:off x="-191059" y="201619"/>
                <a:ext cx="904284" cy="865933"/>
                <a:chOff x="2038491" y="-937756"/>
                <a:chExt cx="904284" cy="865933"/>
              </a:xfrm>
            </p:grpSpPr>
            <p:grpSp>
              <p:nvGrpSpPr>
                <p:cNvPr id="2037" name="Google Shape;2037;p58"/>
                <p:cNvGrpSpPr/>
                <p:nvPr/>
              </p:nvGrpSpPr>
              <p:grpSpPr>
                <a:xfrm>
                  <a:off x="2096570" y="-863491"/>
                  <a:ext cx="717621" cy="717392"/>
                  <a:chOff x="1483457" y="3953671"/>
                  <a:chExt cx="717621" cy="717392"/>
                </a:xfrm>
              </p:grpSpPr>
              <p:sp>
                <p:nvSpPr>
                  <p:cNvPr id="2038" name="Google Shape;2038;p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3" name="Google Shape;2043;p58"/>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4" name="Google Shape;2044;p58"/>
              <p:cNvGrpSpPr/>
              <p:nvPr/>
            </p:nvGrpSpPr>
            <p:grpSpPr>
              <a:xfrm>
                <a:off x="584533" y="95963"/>
                <a:ext cx="473483" cy="453403"/>
                <a:chOff x="2038491" y="-937756"/>
                <a:chExt cx="904284" cy="865933"/>
              </a:xfrm>
            </p:grpSpPr>
            <p:grpSp>
              <p:nvGrpSpPr>
                <p:cNvPr id="2045" name="Google Shape;2045;p58"/>
                <p:cNvGrpSpPr/>
                <p:nvPr/>
              </p:nvGrpSpPr>
              <p:grpSpPr>
                <a:xfrm>
                  <a:off x="2096570" y="-863491"/>
                  <a:ext cx="717621" cy="717392"/>
                  <a:chOff x="1483457" y="3953671"/>
                  <a:chExt cx="717621" cy="717392"/>
                </a:xfrm>
              </p:grpSpPr>
              <p:sp>
                <p:nvSpPr>
                  <p:cNvPr id="2046" name="Google Shape;2046;p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1" name="Google Shape;2051;p58"/>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2" name="Google Shape;2052;p58"/>
              <p:cNvGrpSpPr/>
              <p:nvPr/>
            </p:nvGrpSpPr>
            <p:grpSpPr>
              <a:xfrm>
                <a:off x="530445" y="481913"/>
                <a:ext cx="473483" cy="453403"/>
                <a:chOff x="2038491" y="-937756"/>
                <a:chExt cx="904284" cy="865933"/>
              </a:xfrm>
            </p:grpSpPr>
            <p:grpSp>
              <p:nvGrpSpPr>
                <p:cNvPr id="2053" name="Google Shape;2053;p58"/>
                <p:cNvGrpSpPr/>
                <p:nvPr/>
              </p:nvGrpSpPr>
              <p:grpSpPr>
                <a:xfrm>
                  <a:off x="2096570" y="-863491"/>
                  <a:ext cx="717621" cy="717392"/>
                  <a:chOff x="1483457" y="3953671"/>
                  <a:chExt cx="717621" cy="717392"/>
                </a:xfrm>
              </p:grpSpPr>
              <p:sp>
                <p:nvSpPr>
                  <p:cNvPr id="2054" name="Google Shape;2054;p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9" name="Google Shape;2059;p58"/>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0" name="Google Shape;2060;p58"/>
              <p:cNvGrpSpPr/>
              <p:nvPr/>
            </p:nvGrpSpPr>
            <p:grpSpPr>
              <a:xfrm>
                <a:off x="874020" y="312788"/>
                <a:ext cx="473483" cy="453403"/>
                <a:chOff x="2038491" y="-937756"/>
                <a:chExt cx="904284" cy="865933"/>
              </a:xfrm>
            </p:grpSpPr>
            <p:grpSp>
              <p:nvGrpSpPr>
                <p:cNvPr id="2061" name="Google Shape;2061;p58"/>
                <p:cNvGrpSpPr/>
                <p:nvPr/>
              </p:nvGrpSpPr>
              <p:grpSpPr>
                <a:xfrm>
                  <a:off x="2096570" y="-863491"/>
                  <a:ext cx="717621" cy="717392"/>
                  <a:chOff x="1483457" y="3953671"/>
                  <a:chExt cx="717621" cy="717392"/>
                </a:xfrm>
              </p:grpSpPr>
              <p:sp>
                <p:nvSpPr>
                  <p:cNvPr id="2062" name="Google Shape;2062;p5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5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5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5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5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7" name="Google Shape;2067;p58"/>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68" name="Google Shape;2068;p58"/>
            <p:cNvGrpSpPr/>
            <p:nvPr/>
          </p:nvGrpSpPr>
          <p:grpSpPr>
            <a:xfrm flipH="1" rot="-3320950">
              <a:off x="-1885521" y="3185658"/>
              <a:ext cx="4889863" cy="3931229"/>
              <a:chOff x="7103825" y="-713112"/>
              <a:chExt cx="3785226" cy="3043150"/>
            </a:xfrm>
          </p:grpSpPr>
          <p:sp>
            <p:nvSpPr>
              <p:cNvPr id="2069" name="Google Shape;2069;p58"/>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70" name="Google Shape;2070;p58"/>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2071" name="Google Shape;2071;p58"/>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2" name="Google Shape;2072;p58"/>
            <p:cNvGrpSpPr/>
            <p:nvPr/>
          </p:nvGrpSpPr>
          <p:grpSpPr>
            <a:xfrm rot="5400000">
              <a:off x="1987130" y="4230949"/>
              <a:ext cx="88142" cy="1137387"/>
              <a:chOff x="3054755" y="4367024"/>
              <a:chExt cx="88142" cy="1137387"/>
            </a:xfrm>
          </p:grpSpPr>
          <p:sp>
            <p:nvSpPr>
              <p:cNvPr id="2073" name="Google Shape;2073;p58"/>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58"/>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2075" name="Shape 2075"/>
        <p:cNvGrpSpPr/>
        <p:nvPr/>
      </p:nvGrpSpPr>
      <p:grpSpPr>
        <a:xfrm>
          <a:off x="0" y="0"/>
          <a:ext cx="0" cy="0"/>
          <a:chOff x="0" y="0"/>
          <a:chExt cx="0" cy="0"/>
        </a:xfrm>
      </p:grpSpPr>
      <p:sp>
        <p:nvSpPr>
          <p:cNvPr id="2076" name="Google Shape;2076;p5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2077" name="Google Shape;2077;p59"/>
          <p:cNvGrpSpPr/>
          <p:nvPr/>
        </p:nvGrpSpPr>
        <p:grpSpPr>
          <a:xfrm>
            <a:off x="7810267" y="-622132"/>
            <a:ext cx="2587792" cy="2725916"/>
            <a:chOff x="7810267" y="-622132"/>
            <a:chExt cx="2587792" cy="2725916"/>
          </a:xfrm>
        </p:grpSpPr>
        <p:grpSp>
          <p:nvGrpSpPr>
            <p:cNvPr id="2078" name="Google Shape;2078;p59"/>
            <p:cNvGrpSpPr/>
            <p:nvPr/>
          </p:nvGrpSpPr>
          <p:grpSpPr>
            <a:xfrm>
              <a:off x="8520988" y="-90875"/>
              <a:ext cx="904666" cy="726121"/>
              <a:chOff x="7945225" y="4302000"/>
              <a:chExt cx="904666" cy="726121"/>
            </a:xfrm>
          </p:grpSpPr>
          <p:sp>
            <p:nvSpPr>
              <p:cNvPr id="2079" name="Google Shape;2079;p5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5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5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2" name="Google Shape;2082;p59"/>
            <p:cNvGrpSpPr/>
            <p:nvPr/>
          </p:nvGrpSpPr>
          <p:grpSpPr>
            <a:xfrm>
              <a:off x="8869019" y="-622132"/>
              <a:ext cx="325154" cy="1788670"/>
              <a:chOff x="8869019" y="-622132"/>
              <a:chExt cx="325154" cy="1788670"/>
            </a:xfrm>
          </p:grpSpPr>
          <p:sp>
            <p:nvSpPr>
              <p:cNvPr id="2083" name="Google Shape;2083;p59"/>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4" name="Google Shape;2084;p59"/>
              <p:cNvGrpSpPr/>
              <p:nvPr/>
            </p:nvGrpSpPr>
            <p:grpSpPr>
              <a:xfrm rot="1800062">
                <a:off x="9035610" y="1007995"/>
                <a:ext cx="134040" cy="134009"/>
                <a:chOff x="1101075" y="2142375"/>
                <a:chExt cx="439200" cy="439100"/>
              </a:xfrm>
            </p:grpSpPr>
            <p:sp>
              <p:nvSpPr>
                <p:cNvPr id="2085" name="Google Shape;2085;p5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5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87" name="Google Shape;2087;p59"/>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59"/>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9" name="Google Shape;2089;p59"/>
          <p:cNvGrpSpPr/>
          <p:nvPr/>
        </p:nvGrpSpPr>
        <p:grpSpPr>
          <a:xfrm>
            <a:off x="8332551" y="-7"/>
            <a:ext cx="2386151" cy="3293873"/>
            <a:chOff x="8256351" y="-7"/>
            <a:chExt cx="2386151" cy="3293873"/>
          </a:xfrm>
        </p:grpSpPr>
        <p:pic>
          <p:nvPicPr>
            <p:cNvPr id="2090" name="Google Shape;2090;p59"/>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091" name="Google Shape;2091;p59"/>
            <p:cNvGrpSpPr/>
            <p:nvPr/>
          </p:nvGrpSpPr>
          <p:grpSpPr>
            <a:xfrm rot="10800000">
              <a:off x="8452444" y="-7"/>
              <a:ext cx="325154" cy="1788670"/>
              <a:chOff x="8869019" y="-622132"/>
              <a:chExt cx="325154" cy="1788670"/>
            </a:xfrm>
          </p:grpSpPr>
          <p:sp>
            <p:nvSpPr>
              <p:cNvPr id="2092" name="Google Shape;2092;p59"/>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3" name="Google Shape;2093;p59"/>
              <p:cNvGrpSpPr/>
              <p:nvPr/>
            </p:nvGrpSpPr>
            <p:grpSpPr>
              <a:xfrm rot="1800062">
                <a:off x="9035610" y="1007995"/>
                <a:ext cx="134040" cy="134009"/>
                <a:chOff x="1101075" y="2142375"/>
                <a:chExt cx="439200" cy="439100"/>
              </a:xfrm>
            </p:grpSpPr>
            <p:sp>
              <p:nvSpPr>
                <p:cNvPr id="2094" name="Google Shape;2094;p5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5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096" name="Google Shape;2096;p59"/>
          <p:cNvGrpSpPr/>
          <p:nvPr/>
        </p:nvGrpSpPr>
        <p:grpSpPr>
          <a:xfrm>
            <a:off x="-213525" y="171225"/>
            <a:ext cx="439200" cy="439100"/>
            <a:chOff x="1101075" y="2142375"/>
            <a:chExt cx="439200" cy="439100"/>
          </a:xfrm>
        </p:grpSpPr>
        <p:sp>
          <p:nvSpPr>
            <p:cNvPr id="2097" name="Google Shape;2097;p5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5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99" name="Google Shape;2099;p59"/>
          <p:cNvGrpSpPr/>
          <p:nvPr/>
        </p:nvGrpSpPr>
        <p:grpSpPr>
          <a:xfrm>
            <a:off x="-1262974" y="3161328"/>
            <a:ext cx="4822591" cy="2934500"/>
            <a:chOff x="-1186774" y="3161328"/>
            <a:chExt cx="4822591" cy="2934500"/>
          </a:xfrm>
        </p:grpSpPr>
        <p:pic>
          <p:nvPicPr>
            <p:cNvPr id="2100" name="Google Shape;2100;p59"/>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101" name="Google Shape;2101;p59"/>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2" name="Google Shape;2102;p59"/>
            <p:cNvGrpSpPr/>
            <p:nvPr/>
          </p:nvGrpSpPr>
          <p:grpSpPr>
            <a:xfrm>
              <a:off x="58899" y="4608583"/>
              <a:ext cx="604346" cy="657081"/>
              <a:chOff x="58899" y="4608583"/>
              <a:chExt cx="604346" cy="657081"/>
            </a:xfrm>
          </p:grpSpPr>
          <p:grpSp>
            <p:nvGrpSpPr>
              <p:cNvPr id="2103" name="Google Shape;2103;p59"/>
              <p:cNvGrpSpPr/>
              <p:nvPr/>
            </p:nvGrpSpPr>
            <p:grpSpPr>
              <a:xfrm rot="10800000">
                <a:off x="58899" y="4608583"/>
                <a:ext cx="328346" cy="328531"/>
                <a:chOff x="3678700" y="407275"/>
                <a:chExt cx="708100" cy="708500"/>
              </a:xfrm>
            </p:grpSpPr>
            <p:sp>
              <p:nvSpPr>
                <p:cNvPr id="2104" name="Google Shape;2104;p5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5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5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5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5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5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5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1" name="Google Shape;2111;p59"/>
              <p:cNvGrpSpPr/>
              <p:nvPr/>
            </p:nvGrpSpPr>
            <p:grpSpPr>
              <a:xfrm rot="10800000">
                <a:off x="334899" y="4608583"/>
                <a:ext cx="328346" cy="328531"/>
                <a:chOff x="3678700" y="407275"/>
                <a:chExt cx="708100" cy="708500"/>
              </a:xfrm>
            </p:grpSpPr>
            <p:sp>
              <p:nvSpPr>
                <p:cNvPr id="2112" name="Google Shape;2112;p5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5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5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5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5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5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5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9" name="Google Shape;2119;p59"/>
              <p:cNvGrpSpPr/>
              <p:nvPr/>
            </p:nvGrpSpPr>
            <p:grpSpPr>
              <a:xfrm rot="10800000">
                <a:off x="282574" y="4937133"/>
                <a:ext cx="328346" cy="328531"/>
                <a:chOff x="3678700" y="407275"/>
                <a:chExt cx="708100" cy="708500"/>
              </a:xfrm>
            </p:grpSpPr>
            <p:sp>
              <p:nvSpPr>
                <p:cNvPr id="2120" name="Google Shape;2120;p5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5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5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5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5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5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5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27" name="Google Shape;2127;p59"/>
            <p:cNvGrpSpPr/>
            <p:nvPr/>
          </p:nvGrpSpPr>
          <p:grpSpPr>
            <a:xfrm>
              <a:off x="-923150" y="4796551"/>
              <a:ext cx="4558967" cy="134100"/>
              <a:chOff x="796100" y="3019701"/>
              <a:chExt cx="4558967" cy="134100"/>
            </a:xfrm>
          </p:grpSpPr>
          <p:sp>
            <p:nvSpPr>
              <p:cNvPr id="2128" name="Google Shape;2128;p5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29" name="Google Shape;2129;p5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130" name="Google Shape;2130;p5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2131" name="Shape 2131"/>
        <p:cNvGrpSpPr/>
        <p:nvPr/>
      </p:nvGrpSpPr>
      <p:grpSpPr>
        <a:xfrm>
          <a:off x="0" y="0"/>
          <a:ext cx="0" cy="0"/>
          <a:chOff x="0" y="0"/>
          <a:chExt cx="0" cy="0"/>
        </a:xfrm>
      </p:grpSpPr>
      <p:sp>
        <p:nvSpPr>
          <p:cNvPr id="2132" name="Google Shape;2132;p6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2133" name="Google Shape;2133;p60"/>
          <p:cNvGrpSpPr/>
          <p:nvPr/>
        </p:nvGrpSpPr>
        <p:grpSpPr>
          <a:xfrm>
            <a:off x="-2176650" y="-112745"/>
            <a:ext cx="4680670" cy="5935195"/>
            <a:chOff x="-2176650" y="-112745"/>
            <a:chExt cx="4680670" cy="5935195"/>
          </a:xfrm>
        </p:grpSpPr>
        <p:grpSp>
          <p:nvGrpSpPr>
            <p:cNvPr id="2134" name="Google Shape;2134;p60"/>
            <p:cNvGrpSpPr/>
            <p:nvPr/>
          </p:nvGrpSpPr>
          <p:grpSpPr>
            <a:xfrm>
              <a:off x="-2176650" y="-112745"/>
              <a:ext cx="4680670" cy="5935195"/>
              <a:chOff x="-2176650" y="-112745"/>
              <a:chExt cx="4680670" cy="5935195"/>
            </a:xfrm>
          </p:grpSpPr>
          <p:sp>
            <p:nvSpPr>
              <p:cNvPr id="2135" name="Google Shape;2135;p60"/>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6" name="Google Shape;2136;p60"/>
              <p:cNvGrpSpPr/>
              <p:nvPr/>
            </p:nvGrpSpPr>
            <p:grpSpPr>
              <a:xfrm rot="-2700000">
                <a:off x="10491" y="4440580"/>
                <a:ext cx="582044" cy="582419"/>
                <a:chOff x="959750" y="3039275"/>
                <a:chExt cx="582050" cy="582425"/>
              </a:xfrm>
            </p:grpSpPr>
            <p:sp>
              <p:nvSpPr>
                <p:cNvPr id="2137" name="Google Shape;2137;p6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6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6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6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6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6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6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4" name="Google Shape;2144;p60"/>
              <p:cNvGrpSpPr/>
              <p:nvPr/>
            </p:nvGrpSpPr>
            <p:grpSpPr>
              <a:xfrm rot="-2700000">
                <a:off x="-183259" y="2704590"/>
                <a:ext cx="582044" cy="582419"/>
                <a:chOff x="959750" y="3039275"/>
                <a:chExt cx="582050" cy="582425"/>
              </a:xfrm>
            </p:grpSpPr>
            <p:sp>
              <p:nvSpPr>
                <p:cNvPr id="2145" name="Google Shape;2145;p6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6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6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6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6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6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6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52" name="Google Shape;2152;p60"/>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3" name="Google Shape;2153;p60"/>
            <p:cNvGrpSpPr/>
            <p:nvPr/>
          </p:nvGrpSpPr>
          <p:grpSpPr>
            <a:xfrm>
              <a:off x="-234425" y="3727550"/>
              <a:ext cx="439200" cy="439100"/>
              <a:chOff x="1101075" y="2142375"/>
              <a:chExt cx="439200" cy="439100"/>
            </a:xfrm>
          </p:grpSpPr>
          <p:sp>
            <p:nvSpPr>
              <p:cNvPr id="2154" name="Google Shape;2154;p6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6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6" name="Google Shape;2156;p60"/>
            <p:cNvGrpSpPr/>
            <p:nvPr/>
          </p:nvGrpSpPr>
          <p:grpSpPr>
            <a:xfrm rot="10800000">
              <a:off x="713225" y="4931225"/>
              <a:ext cx="439200" cy="439100"/>
              <a:chOff x="1101075" y="2142375"/>
              <a:chExt cx="439200" cy="439100"/>
            </a:xfrm>
          </p:grpSpPr>
          <p:sp>
            <p:nvSpPr>
              <p:cNvPr id="2157" name="Google Shape;2157;p6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6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59" name="Google Shape;2159;p60"/>
          <p:cNvGrpSpPr/>
          <p:nvPr/>
        </p:nvGrpSpPr>
        <p:grpSpPr>
          <a:xfrm>
            <a:off x="6642300" y="-415701"/>
            <a:ext cx="4558967" cy="1887075"/>
            <a:chOff x="6566100" y="-415701"/>
            <a:chExt cx="4558967" cy="1887075"/>
          </a:xfrm>
        </p:grpSpPr>
        <p:pic>
          <p:nvPicPr>
            <p:cNvPr id="2160" name="Google Shape;2160;p60"/>
            <p:cNvPicPr preferRelativeResize="0"/>
            <p:nvPr/>
          </p:nvPicPr>
          <p:blipFill rotWithShape="1">
            <a:blip r:embed="rId2">
              <a:alphaModFix/>
            </a:blip>
            <a:srcRect b="26177" l="16960" r="7121" t="24718"/>
            <a:stretch/>
          </p:blipFill>
          <p:spPr>
            <a:xfrm>
              <a:off x="8278550" y="-392375"/>
              <a:ext cx="2441950" cy="1863749"/>
            </a:xfrm>
            <a:prstGeom prst="rect">
              <a:avLst/>
            </a:prstGeom>
            <a:noFill/>
            <a:ln>
              <a:noFill/>
            </a:ln>
          </p:spPr>
        </p:pic>
        <p:grpSp>
          <p:nvGrpSpPr>
            <p:cNvPr id="2161" name="Google Shape;2161;p60"/>
            <p:cNvGrpSpPr/>
            <p:nvPr/>
          </p:nvGrpSpPr>
          <p:grpSpPr>
            <a:xfrm rot="5400000">
              <a:off x="7714062" y="-991384"/>
              <a:ext cx="1433417" cy="2584783"/>
              <a:chOff x="-363163" y="-645596"/>
              <a:chExt cx="1433417" cy="2584783"/>
            </a:xfrm>
          </p:grpSpPr>
          <p:grpSp>
            <p:nvGrpSpPr>
              <p:cNvPr id="2162" name="Google Shape;2162;p60"/>
              <p:cNvGrpSpPr/>
              <p:nvPr/>
            </p:nvGrpSpPr>
            <p:grpSpPr>
              <a:xfrm rot="10800000">
                <a:off x="-64595" y="-645596"/>
                <a:ext cx="1134849" cy="2370191"/>
                <a:chOff x="-575575" y="3685599"/>
                <a:chExt cx="1421048" cy="2967932"/>
              </a:xfrm>
            </p:grpSpPr>
            <p:sp>
              <p:nvSpPr>
                <p:cNvPr id="2163" name="Google Shape;2163;p60"/>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60"/>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5" name="Google Shape;2165;p60"/>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60"/>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67" name="Google Shape;2167;p60"/>
              <p:cNvGrpSpPr/>
              <p:nvPr/>
            </p:nvGrpSpPr>
            <p:grpSpPr>
              <a:xfrm flipH="1" rot="-2700000">
                <a:off x="-216370" y="1084101"/>
                <a:ext cx="708093" cy="708493"/>
                <a:chOff x="3678700" y="407275"/>
                <a:chExt cx="708100" cy="708500"/>
              </a:xfrm>
            </p:grpSpPr>
            <p:sp>
              <p:nvSpPr>
                <p:cNvPr id="2168" name="Google Shape;2168;p6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6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6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6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6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6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6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75" name="Google Shape;2175;p60"/>
            <p:cNvGrpSpPr/>
            <p:nvPr/>
          </p:nvGrpSpPr>
          <p:grpSpPr>
            <a:xfrm rot="10800000">
              <a:off x="6566100" y="233963"/>
              <a:ext cx="4558967" cy="134100"/>
              <a:chOff x="796100" y="3019701"/>
              <a:chExt cx="4558967" cy="134100"/>
            </a:xfrm>
          </p:grpSpPr>
          <p:sp>
            <p:nvSpPr>
              <p:cNvPr id="2176" name="Google Shape;2176;p6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77" name="Google Shape;2177;p6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178" name="Google Shape;2178;p6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2179" name="Shape 2179"/>
        <p:cNvGrpSpPr/>
        <p:nvPr/>
      </p:nvGrpSpPr>
      <p:grpSpPr>
        <a:xfrm>
          <a:off x="0" y="0"/>
          <a:ext cx="0" cy="0"/>
          <a:chOff x="0" y="0"/>
          <a:chExt cx="0" cy="0"/>
        </a:xfrm>
      </p:grpSpPr>
      <p:grpSp>
        <p:nvGrpSpPr>
          <p:cNvPr id="2180" name="Google Shape;2180;p61"/>
          <p:cNvGrpSpPr/>
          <p:nvPr/>
        </p:nvGrpSpPr>
        <p:grpSpPr>
          <a:xfrm>
            <a:off x="5404975" y="2221118"/>
            <a:ext cx="4263000" cy="3617400"/>
            <a:chOff x="5328775" y="2221118"/>
            <a:chExt cx="4263000" cy="3617400"/>
          </a:xfrm>
        </p:grpSpPr>
        <p:sp>
          <p:nvSpPr>
            <p:cNvPr id="2181" name="Google Shape;2181;p61"/>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2" name="Google Shape;2182;p61"/>
            <p:cNvGrpSpPr/>
            <p:nvPr/>
          </p:nvGrpSpPr>
          <p:grpSpPr>
            <a:xfrm>
              <a:off x="7218100" y="4855088"/>
              <a:ext cx="931125" cy="525763"/>
              <a:chOff x="7218100" y="4855088"/>
              <a:chExt cx="931125" cy="525763"/>
            </a:xfrm>
          </p:grpSpPr>
          <p:grpSp>
            <p:nvGrpSpPr>
              <p:cNvPr id="2183" name="Google Shape;2183;p61"/>
              <p:cNvGrpSpPr/>
              <p:nvPr/>
            </p:nvGrpSpPr>
            <p:grpSpPr>
              <a:xfrm>
                <a:off x="7710025" y="4941750"/>
                <a:ext cx="439200" cy="439100"/>
                <a:chOff x="1101075" y="2142375"/>
                <a:chExt cx="439200" cy="439100"/>
              </a:xfrm>
            </p:grpSpPr>
            <p:sp>
              <p:nvSpPr>
                <p:cNvPr id="2184" name="Google Shape;2184;p6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6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6" name="Google Shape;2186;p61"/>
              <p:cNvGrpSpPr/>
              <p:nvPr/>
            </p:nvGrpSpPr>
            <p:grpSpPr>
              <a:xfrm>
                <a:off x="7218100" y="4855088"/>
                <a:ext cx="439200" cy="439100"/>
                <a:chOff x="1101075" y="2142375"/>
                <a:chExt cx="439200" cy="439100"/>
              </a:xfrm>
            </p:grpSpPr>
            <p:sp>
              <p:nvSpPr>
                <p:cNvPr id="2187" name="Google Shape;2187;p6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6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2189" name="Google Shape;2189;p6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2190" name="Google Shape;2190;p61"/>
          <p:cNvGrpSpPr/>
          <p:nvPr/>
        </p:nvGrpSpPr>
        <p:grpSpPr>
          <a:xfrm>
            <a:off x="-2175000" y="3012192"/>
            <a:ext cx="3701086" cy="3345172"/>
            <a:chOff x="-1886500" y="2599117"/>
            <a:chExt cx="3701086" cy="3345172"/>
          </a:xfrm>
        </p:grpSpPr>
        <p:pic>
          <p:nvPicPr>
            <p:cNvPr id="2191" name="Google Shape;2191;p61"/>
            <p:cNvPicPr preferRelativeResize="0"/>
            <p:nvPr/>
          </p:nvPicPr>
          <p:blipFill rotWithShape="1">
            <a:blip r:embed="rId2">
              <a:alphaModFix/>
            </a:blip>
            <a:srcRect b="26177" l="16960" r="7121" t="24718"/>
            <a:stretch/>
          </p:blipFill>
          <p:spPr>
            <a:xfrm rot="10800000">
              <a:off x="-1886500" y="3119537"/>
              <a:ext cx="3701086" cy="2824751"/>
            </a:xfrm>
            <a:prstGeom prst="rect">
              <a:avLst/>
            </a:prstGeom>
            <a:noFill/>
            <a:ln>
              <a:noFill/>
            </a:ln>
          </p:spPr>
        </p:pic>
        <p:sp>
          <p:nvSpPr>
            <p:cNvPr id="2192" name="Google Shape;2192;p61"/>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61"/>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4" name="Google Shape;2194;p61"/>
            <p:cNvGrpSpPr/>
            <p:nvPr/>
          </p:nvGrpSpPr>
          <p:grpSpPr>
            <a:xfrm rot="10800000">
              <a:off x="-37979" y="5013439"/>
              <a:ext cx="134004" cy="134004"/>
              <a:chOff x="8356813" y="1074288"/>
              <a:chExt cx="351900" cy="351900"/>
            </a:xfrm>
          </p:grpSpPr>
          <p:sp>
            <p:nvSpPr>
              <p:cNvPr id="2195" name="Google Shape;2195;p6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6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7" name="Google Shape;2197;p61"/>
            <p:cNvGrpSpPr/>
            <p:nvPr/>
          </p:nvGrpSpPr>
          <p:grpSpPr>
            <a:xfrm rot="10800000">
              <a:off x="447446" y="4173589"/>
              <a:ext cx="134004" cy="134004"/>
              <a:chOff x="8356813" y="1074288"/>
              <a:chExt cx="351900" cy="351900"/>
            </a:xfrm>
          </p:grpSpPr>
          <p:sp>
            <p:nvSpPr>
              <p:cNvPr id="2198" name="Google Shape;2198;p6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6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0" name="Google Shape;2200;p61"/>
            <p:cNvGrpSpPr/>
            <p:nvPr/>
          </p:nvGrpSpPr>
          <p:grpSpPr>
            <a:xfrm rot="10800000">
              <a:off x="539621" y="2985514"/>
              <a:ext cx="134004" cy="134004"/>
              <a:chOff x="8356813" y="1074288"/>
              <a:chExt cx="351900" cy="351900"/>
            </a:xfrm>
          </p:grpSpPr>
          <p:sp>
            <p:nvSpPr>
              <p:cNvPr id="2201" name="Google Shape;2201;p6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6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03" name="Google Shape;2203;p61"/>
          <p:cNvGrpSpPr/>
          <p:nvPr/>
        </p:nvGrpSpPr>
        <p:grpSpPr>
          <a:xfrm>
            <a:off x="5928900" y="-249669"/>
            <a:ext cx="5688165" cy="3493826"/>
            <a:chOff x="5852700" y="-249669"/>
            <a:chExt cx="5688165" cy="3493826"/>
          </a:xfrm>
        </p:grpSpPr>
        <p:grpSp>
          <p:nvGrpSpPr>
            <p:cNvPr id="2204" name="Google Shape;2204;p61"/>
            <p:cNvGrpSpPr/>
            <p:nvPr/>
          </p:nvGrpSpPr>
          <p:grpSpPr>
            <a:xfrm>
              <a:off x="8783705" y="1899359"/>
              <a:ext cx="402160" cy="1344798"/>
              <a:chOff x="8668555" y="1976884"/>
              <a:chExt cx="402160" cy="1344798"/>
            </a:xfrm>
          </p:grpSpPr>
          <p:sp>
            <p:nvSpPr>
              <p:cNvPr id="2205" name="Google Shape;2205;p61"/>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61"/>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7" name="Google Shape;2207;p61"/>
            <p:cNvGrpSpPr/>
            <p:nvPr/>
          </p:nvGrpSpPr>
          <p:grpSpPr>
            <a:xfrm>
              <a:off x="8598675" y="1421188"/>
              <a:ext cx="904666" cy="726121"/>
              <a:chOff x="7945225" y="4302000"/>
              <a:chExt cx="904666" cy="726121"/>
            </a:xfrm>
          </p:grpSpPr>
          <p:sp>
            <p:nvSpPr>
              <p:cNvPr id="2208" name="Google Shape;2208;p6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6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6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1" name="Google Shape;2211;p61"/>
            <p:cNvGrpSpPr/>
            <p:nvPr/>
          </p:nvGrpSpPr>
          <p:grpSpPr>
            <a:xfrm flipH="1" rot="10800000">
              <a:off x="7579756" y="-249669"/>
              <a:ext cx="2601921" cy="2438355"/>
              <a:chOff x="7340128" y="2866613"/>
              <a:chExt cx="2439225" cy="2438355"/>
            </a:xfrm>
          </p:grpSpPr>
          <p:sp>
            <p:nvSpPr>
              <p:cNvPr id="2212" name="Google Shape;2212;p61"/>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61"/>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4" name="Google Shape;2214;p61"/>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5" name="Google Shape;2215;p61"/>
            <p:cNvGrpSpPr/>
            <p:nvPr/>
          </p:nvGrpSpPr>
          <p:grpSpPr>
            <a:xfrm>
              <a:off x="6917701" y="246011"/>
              <a:ext cx="4623164" cy="134100"/>
              <a:chOff x="6917701" y="246011"/>
              <a:chExt cx="4623164" cy="134100"/>
            </a:xfrm>
          </p:grpSpPr>
          <p:sp>
            <p:nvSpPr>
              <p:cNvPr id="2216" name="Google Shape;2216;p61"/>
              <p:cNvSpPr/>
              <p:nvPr/>
            </p:nvSpPr>
            <p:spPr>
              <a:xfrm flipH="1">
                <a:off x="6917701" y="24601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61"/>
              <p:cNvSpPr/>
              <p:nvPr/>
            </p:nvSpPr>
            <p:spPr>
              <a:xfrm flipH="1">
                <a:off x="6947889" y="27615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18" name="Google Shape;2218;p61"/>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2219" name="Shape 2219"/>
        <p:cNvGrpSpPr/>
        <p:nvPr/>
      </p:nvGrpSpPr>
      <p:grpSpPr>
        <a:xfrm>
          <a:off x="0" y="0"/>
          <a:ext cx="0" cy="0"/>
          <a:chOff x="0" y="0"/>
          <a:chExt cx="0" cy="0"/>
        </a:xfrm>
      </p:grpSpPr>
      <p:sp>
        <p:nvSpPr>
          <p:cNvPr id="2220" name="Google Shape;2220;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2221" name="Google Shape;2221;p62"/>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22" name="Google Shape;2222;p62"/>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23" name="Google Shape;2223;p62"/>
          <p:cNvGrpSpPr/>
          <p:nvPr/>
        </p:nvGrpSpPr>
        <p:grpSpPr>
          <a:xfrm>
            <a:off x="-96329" y="4888563"/>
            <a:ext cx="1590408" cy="88125"/>
            <a:chOff x="124624" y="4953514"/>
            <a:chExt cx="1137387" cy="88142"/>
          </a:xfrm>
        </p:grpSpPr>
        <p:sp>
          <p:nvSpPr>
            <p:cNvPr id="2224" name="Google Shape;2224;p62"/>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62"/>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6" name="Google Shape;2226;p62"/>
          <p:cNvGrpSpPr/>
          <p:nvPr/>
        </p:nvGrpSpPr>
        <p:grpSpPr>
          <a:xfrm>
            <a:off x="6883700" y="1385725"/>
            <a:ext cx="4028179" cy="5283555"/>
            <a:chOff x="6883700" y="1385725"/>
            <a:chExt cx="4028179" cy="5283555"/>
          </a:xfrm>
        </p:grpSpPr>
        <p:sp>
          <p:nvSpPr>
            <p:cNvPr id="2227" name="Google Shape;2227;p62"/>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62"/>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62"/>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62"/>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1" name="Google Shape;2231;p62"/>
          <p:cNvGrpSpPr/>
          <p:nvPr/>
        </p:nvGrpSpPr>
        <p:grpSpPr>
          <a:xfrm>
            <a:off x="4598006" y="-1699037"/>
            <a:ext cx="5579794" cy="3203424"/>
            <a:chOff x="4521806" y="-1546637"/>
            <a:chExt cx="5579794" cy="3203424"/>
          </a:xfrm>
        </p:grpSpPr>
        <p:grpSp>
          <p:nvGrpSpPr>
            <p:cNvPr id="2232" name="Google Shape;2232;p62"/>
            <p:cNvGrpSpPr/>
            <p:nvPr/>
          </p:nvGrpSpPr>
          <p:grpSpPr>
            <a:xfrm>
              <a:off x="4619858" y="-154439"/>
              <a:ext cx="916824" cy="700199"/>
              <a:chOff x="4619858" y="-154439"/>
              <a:chExt cx="916824" cy="700199"/>
            </a:xfrm>
          </p:grpSpPr>
          <p:sp>
            <p:nvSpPr>
              <p:cNvPr id="2233" name="Google Shape;2233;p62"/>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62"/>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62"/>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36" name="Google Shape;2236;p62"/>
            <p:cNvPicPr preferRelativeResize="0"/>
            <p:nvPr/>
          </p:nvPicPr>
          <p:blipFill rotWithShape="1">
            <a:blip r:embed="rId2">
              <a:alphaModFix/>
            </a:blip>
            <a:srcRect b="26177" l="16960" r="7121" t="24718"/>
            <a:stretch/>
          </p:blipFill>
          <p:spPr>
            <a:xfrm>
              <a:off x="5904350" y="-1546637"/>
              <a:ext cx="4197251" cy="3203424"/>
            </a:xfrm>
            <a:prstGeom prst="rect">
              <a:avLst/>
            </a:prstGeom>
            <a:noFill/>
            <a:ln>
              <a:noFill/>
            </a:ln>
          </p:spPr>
        </p:pic>
        <p:sp>
          <p:nvSpPr>
            <p:cNvPr id="2237" name="Google Shape;2237;p62"/>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62"/>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39" name="Google Shape;2239;p62"/>
            <p:cNvGrpSpPr/>
            <p:nvPr/>
          </p:nvGrpSpPr>
          <p:grpSpPr>
            <a:xfrm rot="10800000">
              <a:off x="8323180" y="210225"/>
              <a:ext cx="1493503" cy="88125"/>
              <a:chOff x="124624" y="4953514"/>
              <a:chExt cx="1137387" cy="88142"/>
            </a:xfrm>
          </p:grpSpPr>
          <p:sp>
            <p:nvSpPr>
              <p:cNvPr id="2240" name="Google Shape;2240;p62"/>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62"/>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2" name="Google Shape;2242;p62"/>
            <p:cNvGrpSpPr/>
            <p:nvPr/>
          </p:nvGrpSpPr>
          <p:grpSpPr>
            <a:xfrm>
              <a:off x="4619231" y="-32636"/>
              <a:ext cx="254987" cy="255131"/>
              <a:chOff x="3678700" y="407275"/>
              <a:chExt cx="708100" cy="708500"/>
            </a:xfrm>
          </p:grpSpPr>
          <p:sp>
            <p:nvSpPr>
              <p:cNvPr id="2243" name="Google Shape;2243;p6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6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6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6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6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6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6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0" name="Google Shape;2250;p62"/>
            <p:cNvGrpSpPr/>
            <p:nvPr/>
          </p:nvGrpSpPr>
          <p:grpSpPr>
            <a:xfrm>
              <a:off x="4521806" y="126714"/>
              <a:ext cx="254987" cy="255131"/>
              <a:chOff x="3678700" y="407275"/>
              <a:chExt cx="708100" cy="708500"/>
            </a:xfrm>
          </p:grpSpPr>
          <p:sp>
            <p:nvSpPr>
              <p:cNvPr id="2251" name="Google Shape;2251;p6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6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6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6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6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6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6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58" name="Shape 2258"/>
        <p:cNvGrpSpPr/>
        <p:nvPr/>
      </p:nvGrpSpPr>
      <p:grpSpPr>
        <a:xfrm>
          <a:off x="0" y="0"/>
          <a:ext cx="0" cy="0"/>
          <a:chOff x="0" y="0"/>
          <a:chExt cx="0" cy="0"/>
        </a:xfrm>
      </p:grpSpPr>
      <p:sp>
        <p:nvSpPr>
          <p:cNvPr id="2259" name="Google Shape;2259;p63"/>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60" name="Google Shape;2260;p63"/>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61" name="Google Shape;2261;p63"/>
          <p:cNvGrpSpPr/>
          <p:nvPr/>
        </p:nvGrpSpPr>
        <p:grpSpPr>
          <a:xfrm>
            <a:off x="-1623735" y="2499757"/>
            <a:ext cx="5119205" cy="4373890"/>
            <a:chOff x="-1547535" y="2499757"/>
            <a:chExt cx="5119205" cy="4373890"/>
          </a:xfrm>
        </p:grpSpPr>
        <p:pic>
          <p:nvPicPr>
            <p:cNvPr id="2262" name="Google Shape;2262;p63"/>
            <p:cNvPicPr preferRelativeResize="0"/>
            <p:nvPr/>
          </p:nvPicPr>
          <p:blipFill rotWithShape="1">
            <a:blip r:embed="rId2">
              <a:alphaModFix/>
            </a:blip>
            <a:srcRect b="26177" l="16960" r="7121" t="24718"/>
            <a:stretch/>
          </p:blipFill>
          <p:spPr>
            <a:xfrm rot="-5400000">
              <a:off x="-1751185" y="3417285"/>
              <a:ext cx="3920501" cy="2992224"/>
            </a:xfrm>
            <a:prstGeom prst="rect">
              <a:avLst/>
            </a:prstGeom>
            <a:noFill/>
            <a:ln>
              <a:noFill/>
            </a:ln>
          </p:spPr>
        </p:pic>
        <p:grpSp>
          <p:nvGrpSpPr>
            <p:cNvPr id="2263" name="Google Shape;2263;p63"/>
            <p:cNvGrpSpPr/>
            <p:nvPr/>
          </p:nvGrpSpPr>
          <p:grpSpPr>
            <a:xfrm rot="-5400000">
              <a:off x="123777" y="4587830"/>
              <a:ext cx="480890" cy="481200"/>
              <a:chOff x="959750" y="3039275"/>
              <a:chExt cx="582050" cy="582425"/>
            </a:xfrm>
          </p:grpSpPr>
          <p:sp>
            <p:nvSpPr>
              <p:cNvPr id="2264" name="Google Shape;2264;p6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6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6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6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6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6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6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1" name="Google Shape;2271;p63"/>
            <p:cNvGrpSpPr/>
            <p:nvPr/>
          </p:nvGrpSpPr>
          <p:grpSpPr>
            <a:xfrm rot="-5400000">
              <a:off x="-564590" y="2079321"/>
              <a:ext cx="3153315" cy="5119205"/>
              <a:chOff x="6643701" y="816087"/>
              <a:chExt cx="3153315" cy="5119205"/>
            </a:xfrm>
          </p:grpSpPr>
          <p:sp>
            <p:nvSpPr>
              <p:cNvPr id="2272" name="Google Shape;2272;p63"/>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73" name="Google Shape;2273;p63"/>
              <p:cNvGrpSpPr/>
              <p:nvPr/>
            </p:nvGrpSpPr>
            <p:grpSpPr>
              <a:xfrm>
                <a:off x="8062611" y="3503222"/>
                <a:ext cx="134004" cy="134004"/>
                <a:chOff x="8356813" y="1074288"/>
                <a:chExt cx="351900" cy="351900"/>
              </a:xfrm>
            </p:grpSpPr>
            <p:sp>
              <p:nvSpPr>
                <p:cNvPr id="2274" name="Google Shape;2274;p6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6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6" name="Google Shape;2276;p63"/>
              <p:cNvGrpSpPr/>
              <p:nvPr/>
            </p:nvGrpSpPr>
            <p:grpSpPr>
              <a:xfrm>
                <a:off x="7678536" y="3129397"/>
                <a:ext cx="134004" cy="134004"/>
                <a:chOff x="8356813" y="1074288"/>
                <a:chExt cx="351900" cy="351900"/>
              </a:xfrm>
            </p:grpSpPr>
            <p:sp>
              <p:nvSpPr>
                <p:cNvPr id="2277" name="Google Shape;2277;p6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6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9" name="Google Shape;2279;p63"/>
              <p:cNvGrpSpPr/>
              <p:nvPr/>
            </p:nvGrpSpPr>
            <p:grpSpPr>
              <a:xfrm>
                <a:off x="8671986" y="2443197"/>
                <a:ext cx="134004" cy="134004"/>
                <a:chOff x="8356813" y="1074288"/>
                <a:chExt cx="351900" cy="351900"/>
              </a:xfrm>
            </p:grpSpPr>
            <p:sp>
              <p:nvSpPr>
                <p:cNvPr id="2280" name="Google Shape;2280;p6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6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82" name="Google Shape;2282;p63"/>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83" name="Google Shape;2283;p63"/>
            <p:cNvGrpSpPr/>
            <p:nvPr/>
          </p:nvGrpSpPr>
          <p:grpSpPr>
            <a:xfrm rot="-5400000">
              <a:off x="99300" y="3411735"/>
              <a:ext cx="88151" cy="2151709"/>
              <a:chOff x="3054755" y="4367024"/>
              <a:chExt cx="88142" cy="1137387"/>
            </a:xfrm>
          </p:grpSpPr>
          <p:sp>
            <p:nvSpPr>
              <p:cNvPr id="2284" name="Google Shape;2284;p63"/>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63"/>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6" name="Google Shape;2286;p63"/>
            <p:cNvGrpSpPr/>
            <p:nvPr/>
          </p:nvGrpSpPr>
          <p:grpSpPr>
            <a:xfrm rot="-5400000">
              <a:off x="-28713" y="3651410"/>
              <a:ext cx="88151" cy="2151709"/>
              <a:chOff x="3054755" y="4367024"/>
              <a:chExt cx="88142" cy="1137387"/>
            </a:xfrm>
          </p:grpSpPr>
          <p:sp>
            <p:nvSpPr>
              <p:cNvPr id="2287" name="Google Shape;2287;p63"/>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63"/>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89" name="Google Shape;2289;p63"/>
          <p:cNvGrpSpPr/>
          <p:nvPr/>
        </p:nvGrpSpPr>
        <p:grpSpPr>
          <a:xfrm rot="-5400000">
            <a:off x="7274810" y="-1067450"/>
            <a:ext cx="3920501" cy="3213899"/>
            <a:chOff x="6643710" y="2822113"/>
            <a:chExt cx="3920501" cy="3213899"/>
          </a:xfrm>
        </p:grpSpPr>
        <p:pic>
          <p:nvPicPr>
            <p:cNvPr id="2290" name="Google Shape;2290;p63"/>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sp>
          <p:nvSpPr>
            <p:cNvPr id="2291" name="Google Shape;2291;p63"/>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63"/>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63"/>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4" name="Google Shape;2294;p63"/>
            <p:cNvGrpSpPr/>
            <p:nvPr/>
          </p:nvGrpSpPr>
          <p:grpSpPr>
            <a:xfrm>
              <a:off x="8671987" y="3471620"/>
              <a:ext cx="699928" cy="1651024"/>
              <a:chOff x="8337812" y="3492483"/>
              <a:chExt cx="699928" cy="1651024"/>
            </a:xfrm>
          </p:grpSpPr>
          <p:sp>
            <p:nvSpPr>
              <p:cNvPr id="2295" name="Google Shape;2295;p63"/>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63"/>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63"/>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8" name="Google Shape;2298;p63"/>
            <p:cNvGrpSpPr/>
            <p:nvPr/>
          </p:nvGrpSpPr>
          <p:grpSpPr>
            <a:xfrm>
              <a:off x="8279400" y="4281138"/>
              <a:ext cx="904666" cy="726121"/>
              <a:chOff x="7945225" y="4302000"/>
              <a:chExt cx="904666" cy="726121"/>
            </a:xfrm>
          </p:grpSpPr>
          <p:sp>
            <p:nvSpPr>
              <p:cNvPr id="2299" name="Google Shape;2299;p63"/>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63"/>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63"/>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02" name="Shape 2302"/>
        <p:cNvGrpSpPr/>
        <p:nvPr/>
      </p:nvGrpSpPr>
      <p:grpSpPr>
        <a:xfrm>
          <a:off x="0" y="0"/>
          <a:ext cx="0" cy="0"/>
          <a:chOff x="0" y="0"/>
          <a:chExt cx="0" cy="0"/>
        </a:xfrm>
      </p:grpSpPr>
      <p:sp>
        <p:nvSpPr>
          <p:cNvPr id="2303" name="Google Shape;2303;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04" name="Google Shape;2304;p64"/>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AutoNum type="arabicPeriod"/>
              <a:defRPr/>
            </a:lvl1pPr>
            <a:lvl2pPr indent="-304800" lvl="1" marL="91440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2305" name="Google Shape;2305;p64"/>
          <p:cNvGrpSpPr/>
          <p:nvPr/>
        </p:nvGrpSpPr>
        <p:grpSpPr>
          <a:xfrm>
            <a:off x="6846993" y="-1382193"/>
            <a:ext cx="4230595" cy="4230595"/>
            <a:chOff x="6597168" y="-1305993"/>
            <a:chExt cx="4230595" cy="4230595"/>
          </a:xfrm>
        </p:grpSpPr>
        <p:sp>
          <p:nvSpPr>
            <p:cNvPr id="2306" name="Google Shape;2306;p64"/>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64"/>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64"/>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09" name="Google Shape;2309;p64"/>
            <p:cNvGrpSpPr/>
            <p:nvPr/>
          </p:nvGrpSpPr>
          <p:grpSpPr>
            <a:xfrm>
              <a:off x="8449011" y="1244697"/>
              <a:ext cx="134100" cy="134100"/>
              <a:chOff x="-1999139" y="3143772"/>
              <a:chExt cx="134100" cy="134100"/>
            </a:xfrm>
          </p:grpSpPr>
          <p:sp>
            <p:nvSpPr>
              <p:cNvPr id="2310" name="Google Shape;2310;p64"/>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6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2" name="Google Shape;2312;p64"/>
            <p:cNvGrpSpPr/>
            <p:nvPr/>
          </p:nvGrpSpPr>
          <p:grpSpPr>
            <a:xfrm>
              <a:off x="8577286" y="2178484"/>
              <a:ext cx="134100" cy="134100"/>
              <a:chOff x="-1999139" y="3143772"/>
              <a:chExt cx="134100" cy="134100"/>
            </a:xfrm>
          </p:grpSpPr>
          <p:sp>
            <p:nvSpPr>
              <p:cNvPr id="2313" name="Google Shape;2313;p64"/>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6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5" name="Google Shape;2315;p64"/>
            <p:cNvGrpSpPr/>
            <p:nvPr/>
          </p:nvGrpSpPr>
          <p:grpSpPr>
            <a:xfrm>
              <a:off x="8526386" y="311022"/>
              <a:ext cx="134004" cy="134004"/>
              <a:chOff x="8356813" y="1074288"/>
              <a:chExt cx="351900" cy="351900"/>
            </a:xfrm>
          </p:grpSpPr>
          <p:sp>
            <p:nvSpPr>
              <p:cNvPr id="2316" name="Google Shape;2316;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318" name="Google Shape;2318;p64"/>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2319" name="Google Shape;2319;p64"/>
          <p:cNvGrpSpPr/>
          <p:nvPr/>
        </p:nvGrpSpPr>
        <p:grpSpPr>
          <a:xfrm rot="5400000">
            <a:off x="-1981527" y="1924690"/>
            <a:ext cx="6191222" cy="6191222"/>
            <a:chOff x="-2825827" y="1271890"/>
            <a:chExt cx="6191222" cy="6191222"/>
          </a:xfrm>
        </p:grpSpPr>
        <p:pic>
          <p:nvPicPr>
            <p:cNvPr id="2320" name="Google Shape;2320;p64"/>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2321" name="Google Shape;2321;p64"/>
            <p:cNvGrpSpPr/>
            <p:nvPr/>
          </p:nvGrpSpPr>
          <p:grpSpPr>
            <a:xfrm>
              <a:off x="-2825827" y="1271890"/>
              <a:ext cx="6191222" cy="6191222"/>
              <a:chOff x="-2825827" y="1271890"/>
              <a:chExt cx="6191222" cy="6191222"/>
            </a:xfrm>
          </p:grpSpPr>
          <p:sp>
            <p:nvSpPr>
              <p:cNvPr id="2322" name="Google Shape;2322;p64"/>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64"/>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4" name="Google Shape;2324;p64"/>
              <p:cNvGrpSpPr/>
              <p:nvPr/>
            </p:nvGrpSpPr>
            <p:grpSpPr>
              <a:xfrm rot="10800000">
                <a:off x="384881" y="3042905"/>
                <a:ext cx="134100" cy="134100"/>
                <a:chOff x="-1999139" y="3143772"/>
                <a:chExt cx="134100" cy="134100"/>
              </a:xfrm>
            </p:grpSpPr>
            <p:sp>
              <p:nvSpPr>
                <p:cNvPr id="2325" name="Google Shape;2325;p64"/>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6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7" name="Google Shape;2327;p64"/>
              <p:cNvGrpSpPr/>
              <p:nvPr/>
            </p:nvGrpSpPr>
            <p:grpSpPr>
              <a:xfrm rot="10800000">
                <a:off x="146106" y="3710980"/>
                <a:ext cx="134100" cy="134100"/>
                <a:chOff x="-1999139" y="3143772"/>
                <a:chExt cx="134100" cy="134100"/>
              </a:xfrm>
            </p:grpSpPr>
            <p:sp>
              <p:nvSpPr>
                <p:cNvPr id="2328" name="Google Shape;2328;p64"/>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64"/>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0" name="Google Shape;2330;p64"/>
              <p:cNvGrpSpPr/>
              <p:nvPr/>
            </p:nvGrpSpPr>
            <p:grpSpPr>
              <a:xfrm>
                <a:off x="-102297" y="3780153"/>
                <a:ext cx="939901" cy="2449421"/>
                <a:chOff x="-102297" y="3780153"/>
                <a:chExt cx="939901" cy="2449421"/>
              </a:xfrm>
            </p:grpSpPr>
            <p:sp>
              <p:nvSpPr>
                <p:cNvPr id="2331" name="Google Shape;2331;p64"/>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64"/>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3" name="Google Shape;2333;p64"/>
                <p:cNvGrpSpPr/>
                <p:nvPr/>
              </p:nvGrpSpPr>
              <p:grpSpPr>
                <a:xfrm rot="10800000">
                  <a:off x="532825" y="5492502"/>
                  <a:ext cx="134004" cy="134004"/>
                  <a:chOff x="8356813" y="1074288"/>
                  <a:chExt cx="351900" cy="351900"/>
                </a:xfrm>
              </p:grpSpPr>
              <p:sp>
                <p:nvSpPr>
                  <p:cNvPr id="2334" name="Google Shape;2334;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2336" name="Shape 2336"/>
        <p:cNvGrpSpPr/>
        <p:nvPr/>
      </p:nvGrpSpPr>
      <p:grpSpPr>
        <a:xfrm>
          <a:off x="0" y="0"/>
          <a:ext cx="0" cy="0"/>
          <a:chOff x="0" y="0"/>
          <a:chExt cx="0" cy="0"/>
        </a:xfrm>
      </p:grpSpPr>
      <p:grpSp>
        <p:nvGrpSpPr>
          <p:cNvPr id="2337" name="Google Shape;2337;p65"/>
          <p:cNvGrpSpPr/>
          <p:nvPr/>
        </p:nvGrpSpPr>
        <p:grpSpPr>
          <a:xfrm>
            <a:off x="4582521" y="2433470"/>
            <a:ext cx="5022035" cy="4764449"/>
            <a:chOff x="4571996" y="2268220"/>
            <a:chExt cx="5022035" cy="4764449"/>
          </a:xfrm>
        </p:grpSpPr>
        <p:pic>
          <p:nvPicPr>
            <p:cNvPr id="2338" name="Google Shape;2338;p65"/>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2339" name="Google Shape;2339;p65"/>
            <p:cNvGrpSpPr/>
            <p:nvPr/>
          </p:nvGrpSpPr>
          <p:grpSpPr>
            <a:xfrm rot="10800000">
              <a:off x="4571996" y="2268220"/>
              <a:ext cx="5022035" cy="4764449"/>
              <a:chOff x="-494406" y="-1584825"/>
              <a:chExt cx="4397193" cy="4171657"/>
            </a:xfrm>
          </p:grpSpPr>
          <p:grpSp>
            <p:nvGrpSpPr>
              <p:cNvPr id="2340" name="Google Shape;2340;p65"/>
              <p:cNvGrpSpPr/>
              <p:nvPr/>
            </p:nvGrpSpPr>
            <p:grpSpPr>
              <a:xfrm>
                <a:off x="245875" y="-51824"/>
                <a:ext cx="208200" cy="1824700"/>
                <a:chOff x="1040050" y="3812126"/>
                <a:chExt cx="208200" cy="1824700"/>
              </a:xfrm>
            </p:grpSpPr>
            <p:sp>
              <p:nvSpPr>
                <p:cNvPr id="2341" name="Google Shape;2341;p6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6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3" name="Google Shape;2343;p65"/>
              <p:cNvGrpSpPr/>
              <p:nvPr/>
            </p:nvGrpSpPr>
            <p:grpSpPr>
              <a:xfrm rot="-8100000">
                <a:off x="540898" y="-1172741"/>
                <a:ext cx="2552124" cy="3347490"/>
                <a:chOff x="2976325" y="908175"/>
                <a:chExt cx="4028179" cy="5283555"/>
              </a:xfrm>
            </p:grpSpPr>
            <p:sp>
              <p:nvSpPr>
                <p:cNvPr id="2344" name="Google Shape;2344;p6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6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6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7" name="Google Shape;2347;p65"/>
              <p:cNvGrpSpPr/>
              <p:nvPr/>
            </p:nvGrpSpPr>
            <p:grpSpPr>
              <a:xfrm>
                <a:off x="-1" y="621223"/>
                <a:ext cx="699940" cy="478601"/>
                <a:chOff x="39722" y="4349021"/>
                <a:chExt cx="1061964" cy="726143"/>
              </a:xfrm>
            </p:grpSpPr>
            <p:grpSp>
              <p:nvGrpSpPr>
                <p:cNvPr id="2348" name="Google Shape;2348;p65"/>
                <p:cNvGrpSpPr/>
                <p:nvPr/>
              </p:nvGrpSpPr>
              <p:grpSpPr>
                <a:xfrm rot="2700000">
                  <a:off x="140502" y="4460924"/>
                  <a:ext cx="524584" cy="502337"/>
                  <a:chOff x="1189791" y="-1767331"/>
                  <a:chExt cx="904284" cy="865933"/>
                </a:xfrm>
              </p:grpSpPr>
              <p:sp>
                <p:nvSpPr>
                  <p:cNvPr id="2349" name="Google Shape;2349;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0" name="Google Shape;2350;p65"/>
                  <p:cNvGrpSpPr/>
                  <p:nvPr/>
                </p:nvGrpSpPr>
                <p:grpSpPr>
                  <a:xfrm>
                    <a:off x="1232795" y="-1740829"/>
                    <a:ext cx="717621" cy="717392"/>
                    <a:chOff x="1483457" y="3953671"/>
                    <a:chExt cx="717621" cy="717392"/>
                  </a:xfrm>
                </p:grpSpPr>
                <p:sp>
                  <p:nvSpPr>
                    <p:cNvPr id="2351" name="Google Shape;2351;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56" name="Google Shape;2356;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7" name="Google Shape;2357;p65"/>
              <p:cNvGrpSpPr/>
              <p:nvPr/>
            </p:nvGrpSpPr>
            <p:grpSpPr>
              <a:xfrm>
                <a:off x="955673" y="11"/>
                <a:ext cx="592576" cy="405260"/>
                <a:chOff x="39722" y="4349021"/>
                <a:chExt cx="1061964" cy="726143"/>
              </a:xfrm>
            </p:grpSpPr>
            <p:grpSp>
              <p:nvGrpSpPr>
                <p:cNvPr id="2358" name="Google Shape;2358;p65"/>
                <p:cNvGrpSpPr/>
                <p:nvPr/>
              </p:nvGrpSpPr>
              <p:grpSpPr>
                <a:xfrm rot="2700000">
                  <a:off x="140502" y="4460924"/>
                  <a:ext cx="524584" cy="502337"/>
                  <a:chOff x="1189791" y="-1767331"/>
                  <a:chExt cx="904284" cy="865933"/>
                </a:xfrm>
              </p:grpSpPr>
              <p:sp>
                <p:nvSpPr>
                  <p:cNvPr id="2359" name="Google Shape;2359;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0" name="Google Shape;2360;p65"/>
                  <p:cNvGrpSpPr/>
                  <p:nvPr/>
                </p:nvGrpSpPr>
                <p:grpSpPr>
                  <a:xfrm>
                    <a:off x="1232795" y="-1740829"/>
                    <a:ext cx="717621" cy="717392"/>
                    <a:chOff x="1483457" y="3953671"/>
                    <a:chExt cx="717621" cy="717392"/>
                  </a:xfrm>
                </p:grpSpPr>
                <p:sp>
                  <p:nvSpPr>
                    <p:cNvPr id="2361" name="Google Shape;2361;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66" name="Google Shape;2366;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7" name="Google Shape;2367;p65"/>
              <p:cNvGrpSpPr/>
              <p:nvPr/>
            </p:nvGrpSpPr>
            <p:grpSpPr>
              <a:xfrm>
                <a:off x="441574" y="-36652"/>
                <a:ext cx="699940" cy="478601"/>
                <a:chOff x="39722" y="4349021"/>
                <a:chExt cx="1061964" cy="726143"/>
              </a:xfrm>
            </p:grpSpPr>
            <p:grpSp>
              <p:nvGrpSpPr>
                <p:cNvPr id="2368" name="Google Shape;2368;p65"/>
                <p:cNvGrpSpPr/>
                <p:nvPr/>
              </p:nvGrpSpPr>
              <p:grpSpPr>
                <a:xfrm rot="2700000">
                  <a:off x="140502" y="4460924"/>
                  <a:ext cx="524584" cy="502337"/>
                  <a:chOff x="1189791" y="-1767331"/>
                  <a:chExt cx="904284" cy="865933"/>
                </a:xfrm>
              </p:grpSpPr>
              <p:sp>
                <p:nvSpPr>
                  <p:cNvPr id="2369" name="Google Shape;2369;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70" name="Google Shape;2370;p65"/>
                  <p:cNvGrpSpPr/>
                  <p:nvPr/>
                </p:nvGrpSpPr>
                <p:grpSpPr>
                  <a:xfrm>
                    <a:off x="1232795" y="-1740829"/>
                    <a:ext cx="717621" cy="717392"/>
                    <a:chOff x="1483457" y="3953671"/>
                    <a:chExt cx="717621" cy="717392"/>
                  </a:xfrm>
                </p:grpSpPr>
                <p:sp>
                  <p:nvSpPr>
                    <p:cNvPr id="2371" name="Google Shape;2371;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76" name="Google Shape;2376;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7" name="Google Shape;2377;p65"/>
              <p:cNvGrpSpPr/>
              <p:nvPr/>
            </p:nvGrpSpPr>
            <p:grpSpPr>
              <a:xfrm>
                <a:off x="-494406" y="-252396"/>
                <a:ext cx="1741563" cy="1288563"/>
                <a:chOff x="-494406" y="-252396"/>
                <a:chExt cx="1741563" cy="1288563"/>
              </a:xfrm>
            </p:grpSpPr>
            <p:sp>
              <p:nvSpPr>
                <p:cNvPr id="2378" name="Google Shape;2378;p6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6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80" name="Google Shape;2380;p65"/>
            <p:cNvGrpSpPr/>
            <p:nvPr/>
          </p:nvGrpSpPr>
          <p:grpSpPr>
            <a:xfrm>
              <a:off x="5643425" y="4968525"/>
              <a:ext cx="439200" cy="439100"/>
              <a:chOff x="1101075" y="2142375"/>
              <a:chExt cx="439200" cy="439100"/>
            </a:xfrm>
          </p:grpSpPr>
          <p:sp>
            <p:nvSpPr>
              <p:cNvPr id="2381" name="Google Shape;2381;p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83" name="Google Shape;2383;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84" name="Google Shape;2384;p65"/>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2385" name="Google Shape;2385;p65"/>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2386" name="Google Shape;2386;p65"/>
          <p:cNvGrpSpPr/>
          <p:nvPr/>
        </p:nvGrpSpPr>
        <p:grpSpPr>
          <a:xfrm>
            <a:off x="-913829" y="-2335097"/>
            <a:ext cx="5022161" cy="4764814"/>
            <a:chOff x="-837629" y="-2258897"/>
            <a:chExt cx="5022161" cy="4764814"/>
          </a:xfrm>
        </p:grpSpPr>
        <p:grpSp>
          <p:nvGrpSpPr>
            <p:cNvPr id="2387" name="Google Shape;2387;p65"/>
            <p:cNvGrpSpPr/>
            <p:nvPr/>
          </p:nvGrpSpPr>
          <p:grpSpPr>
            <a:xfrm>
              <a:off x="-837629" y="-736613"/>
              <a:ext cx="1989039" cy="1471668"/>
              <a:chOff x="-494406" y="-252396"/>
              <a:chExt cx="1741563" cy="1288563"/>
            </a:xfrm>
          </p:grpSpPr>
          <p:sp>
            <p:nvSpPr>
              <p:cNvPr id="2388" name="Google Shape;2388;p65"/>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65"/>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0" name="Google Shape;2390;p65"/>
            <p:cNvGrpSpPr/>
            <p:nvPr/>
          </p:nvGrpSpPr>
          <p:grpSpPr>
            <a:xfrm rot="-8100000">
              <a:off x="344623" y="-1788220"/>
              <a:ext cx="2915004" cy="3823461"/>
              <a:chOff x="2976325" y="908175"/>
              <a:chExt cx="4028179" cy="5283555"/>
            </a:xfrm>
          </p:grpSpPr>
          <p:sp>
            <p:nvSpPr>
              <p:cNvPr id="2391" name="Google Shape;2391;p65"/>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65"/>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65"/>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4" name="Google Shape;2394;p65"/>
            <p:cNvGrpSpPr/>
            <p:nvPr/>
          </p:nvGrpSpPr>
          <p:grpSpPr>
            <a:xfrm>
              <a:off x="-272968" y="261330"/>
              <a:ext cx="799446" cy="546640"/>
              <a:chOff x="39722" y="4349021"/>
              <a:chExt cx="1061964" cy="726143"/>
            </a:xfrm>
          </p:grpSpPr>
          <p:grpSp>
            <p:nvGrpSpPr>
              <p:cNvPr id="2395" name="Google Shape;2395;p65"/>
              <p:cNvGrpSpPr/>
              <p:nvPr/>
            </p:nvGrpSpPr>
            <p:grpSpPr>
              <a:xfrm rot="2700000">
                <a:off x="140502" y="4460924"/>
                <a:ext cx="524584" cy="502337"/>
                <a:chOff x="1189791" y="-1767331"/>
                <a:chExt cx="904284" cy="865933"/>
              </a:xfrm>
            </p:grpSpPr>
            <p:sp>
              <p:nvSpPr>
                <p:cNvPr id="2396" name="Google Shape;2396;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7" name="Google Shape;2397;p65"/>
                <p:cNvGrpSpPr/>
                <p:nvPr/>
              </p:nvGrpSpPr>
              <p:grpSpPr>
                <a:xfrm>
                  <a:off x="1232795" y="-1740829"/>
                  <a:ext cx="717621" cy="717392"/>
                  <a:chOff x="1483457" y="3953671"/>
                  <a:chExt cx="717621" cy="717392"/>
                </a:xfrm>
              </p:grpSpPr>
              <p:sp>
                <p:nvSpPr>
                  <p:cNvPr id="2398" name="Google Shape;2398;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03" name="Google Shape;2403;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04" name="Google Shape;2404;p65"/>
          <p:cNvGrpSpPr/>
          <p:nvPr/>
        </p:nvGrpSpPr>
        <p:grpSpPr>
          <a:xfrm>
            <a:off x="-224248" y="3297090"/>
            <a:ext cx="605804" cy="2417785"/>
            <a:chOff x="-224248" y="3297090"/>
            <a:chExt cx="605804" cy="2417785"/>
          </a:xfrm>
        </p:grpSpPr>
        <p:grpSp>
          <p:nvGrpSpPr>
            <p:cNvPr id="2405" name="Google Shape;2405;p65"/>
            <p:cNvGrpSpPr/>
            <p:nvPr/>
          </p:nvGrpSpPr>
          <p:grpSpPr>
            <a:xfrm>
              <a:off x="143770" y="3630885"/>
              <a:ext cx="237785" cy="2083990"/>
              <a:chOff x="1040050" y="3812126"/>
              <a:chExt cx="208200" cy="1824700"/>
            </a:xfrm>
          </p:grpSpPr>
          <p:sp>
            <p:nvSpPr>
              <p:cNvPr id="2406" name="Google Shape;2406;p65"/>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65"/>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8" name="Google Shape;2408;p65"/>
            <p:cNvGrpSpPr/>
            <p:nvPr/>
          </p:nvGrpSpPr>
          <p:grpSpPr>
            <a:xfrm rot="10800000">
              <a:off x="-224248" y="3297090"/>
              <a:ext cx="439200" cy="439100"/>
              <a:chOff x="1101075" y="2142375"/>
              <a:chExt cx="439200" cy="439100"/>
            </a:xfrm>
          </p:grpSpPr>
          <p:sp>
            <p:nvSpPr>
              <p:cNvPr id="2409" name="Google Shape;2409;p6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6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11" name="Google Shape;2411;p65"/>
          <p:cNvGrpSpPr/>
          <p:nvPr/>
        </p:nvGrpSpPr>
        <p:grpSpPr>
          <a:xfrm>
            <a:off x="3585480" y="-1456810"/>
            <a:ext cx="3681465" cy="2759625"/>
            <a:chOff x="3585480" y="-1380610"/>
            <a:chExt cx="3681465" cy="2759625"/>
          </a:xfrm>
        </p:grpSpPr>
        <p:pic>
          <p:nvPicPr>
            <p:cNvPr id="2412" name="Google Shape;2412;p65"/>
            <p:cNvPicPr preferRelativeResize="0"/>
            <p:nvPr/>
          </p:nvPicPr>
          <p:blipFill rotWithShape="1">
            <a:blip r:embed="rId2">
              <a:alphaModFix/>
            </a:blip>
            <a:srcRect b="26177" l="16960" r="7121" t="24718"/>
            <a:stretch/>
          </p:blipFill>
          <p:spPr>
            <a:xfrm flipH="1" rot="10800000">
              <a:off x="3585480" y="-1380610"/>
              <a:ext cx="3615750" cy="2759625"/>
            </a:xfrm>
            <a:prstGeom prst="rect">
              <a:avLst/>
            </a:prstGeom>
            <a:noFill/>
            <a:ln>
              <a:noFill/>
            </a:ln>
          </p:spPr>
        </p:pic>
        <p:grpSp>
          <p:nvGrpSpPr>
            <p:cNvPr id="2413" name="Google Shape;2413;p65"/>
            <p:cNvGrpSpPr/>
            <p:nvPr/>
          </p:nvGrpSpPr>
          <p:grpSpPr>
            <a:xfrm>
              <a:off x="6590156" y="-232440"/>
              <a:ext cx="676790" cy="462843"/>
              <a:chOff x="39722" y="4349021"/>
              <a:chExt cx="1061964" cy="726143"/>
            </a:xfrm>
          </p:grpSpPr>
          <p:grpSp>
            <p:nvGrpSpPr>
              <p:cNvPr id="2414" name="Google Shape;2414;p65"/>
              <p:cNvGrpSpPr/>
              <p:nvPr/>
            </p:nvGrpSpPr>
            <p:grpSpPr>
              <a:xfrm rot="2700000">
                <a:off x="140502" y="4460924"/>
                <a:ext cx="524584" cy="502337"/>
                <a:chOff x="1189791" y="-1767331"/>
                <a:chExt cx="904284" cy="865933"/>
              </a:xfrm>
            </p:grpSpPr>
            <p:sp>
              <p:nvSpPr>
                <p:cNvPr id="2415" name="Google Shape;2415;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6" name="Google Shape;2416;p65"/>
                <p:cNvGrpSpPr/>
                <p:nvPr/>
              </p:nvGrpSpPr>
              <p:grpSpPr>
                <a:xfrm>
                  <a:off x="1232795" y="-1740829"/>
                  <a:ext cx="717621" cy="717392"/>
                  <a:chOff x="1483457" y="3953671"/>
                  <a:chExt cx="717621" cy="717392"/>
                </a:xfrm>
              </p:grpSpPr>
              <p:sp>
                <p:nvSpPr>
                  <p:cNvPr id="2417" name="Google Shape;2417;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22" name="Google Shape;2422;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3" name="Google Shape;2423;p65"/>
            <p:cNvGrpSpPr/>
            <p:nvPr/>
          </p:nvGrpSpPr>
          <p:grpSpPr>
            <a:xfrm>
              <a:off x="6003005" y="-274104"/>
              <a:ext cx="799446" cy="546640"/>
              <a:chOff x="39722" y="4349021"/>
              <a:chExt cx="1061964" cy="726143"/>
            </a:xfrm>
          </p:grpSpPr>
          <p:grpSp>
            <p:nvGrpSpPr>
              <p:cNvPr id="2424" name="Google Shape;2424;p65"/>
              <p:cNvGrpSpPr/>
              <p:nvPr/>
            </p:nvGrpSpPr>
            <p:grpSpPr>
              <a:xfrm rot="2700000">
                <a:off x="140502" y="4460924"/>
                <a:ext cx="524584" cy="502337"/>
                <a:chOff x="1189791" y="-1767331"/>
                <a:chExt cx="904284" cy="865933"/>
              </a:xfrm>
            </p:grpSpPr>
            <p:sp>
              <p:nvSpPr>
                <p:cNvPr id="2425" name="Google Shape;2425;p6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26" name="Google Shape;2426;p65"/>
                <p:cNvGrpSpPr/>
                <p:nvPr/>
              </p:nvGrpSpPr>
              <p:grpSpPr>
                <a:xfrm>
                  <a:off x="1232795" y="-1740829"/>
                  <a:ext cx="717621" cy="717392"/>
                  <a:chOff x="1483457" y="3953671"/>
                  <a:chExt cx="717621" cy="717392"/>
                </a:xfrm>
              </p:grpSpPr>
              <p:sp>
                <p:nvSpPr>
                  <p:cNvPr id="2427" name="Google Shape;2427;p6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6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6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6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6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32" name="Google Shape;2432;p6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433" name="Shape 2433"/>
        <p:cNvGrpSpPr/>
        <p:nvPr/>
      </p:nvGrpSpPr>
      <p:grpSpPr>
        <a:xfrm>
          <a:off x="0" y="0"/>
          <a:ext cx="0" cy="0"/>
          <a:chOff x="0" y="0"/>
          <a:chExt cx="0" cy="0"/>
        </a:xfrm>
      </p:grpSpPr>
      <p:sp>
        <p:nvSpPr>
          <p:cNvPr id="2434" name="Google Shape;2434;p6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35" name="Google Shape;2435;p66"/>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36" name="Google Shape;2436;p66"/>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37" name="Google Shape;2437;p66"/>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438" name="Google Shape;2438;p66"/>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2439" name="Google Shape;2439;p66"/>
          <p:cNvGrpSpPr/>
          <p:nvPr/>
        </p:nvGrpSpPr>
        <p:grpSpPr>
          <a:xfrm flipH="1" rot="-5400000">
            <a:off x="6239121" y="1032770"/>
            <a:ext cx="5022035" cy="4764449"/>
            <a:chOff x="4571996" y="2268220"/>
            <a:chExt cx="5022035" cy="4764449"/>
          </a:xfrm>
        </p:grpSpPr>
        <p:pic>
          <p:nvPicPr>
            <p:cNvPr id="2440" name="Google Shape;2440;p66"/>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2441" name="Google Shape;2441;p66"/>
            <p:cNvGrpSpPr/>
            <p:nvPr/>
          </p:nvGrpSpPr>
          <p:grpSpPr>
            <a:xfrm rot="10800000">
              <a:off x="4571996" y="2268220"/>
              <a:ext cx="5022035" cy="4764449"/>
              <a:chOff x="-494406" y="-1584825"/>
              <a:chExt cx="4397193" cy="4171657"/>
            </a:xfrm>
          </p:grpSpPr>
          <p:grpSp>
            <p:nvGrpSpPr>
              <p:cNvPr id="2442" name="Google Shape;2442;p66"/>
              <p:cNvGrpSpPr/>
              <p:nvPr/>
            </p:nvGrpSpPr>
            <p:grpSpPr>
              <a:xfrm>
                <a:off x="245875" y="-51824"/>
                <a:ext cx="208200" cy="1824700"/>
                <a:chOff x="1040050" y="3812126"/>
                <a:chExt cx="208200" cy="1824700"/>
              </a:xfrm>
            </p:grpSpPr>
            <p:sp>
              <p:nvSpPr>
                <p:cNvPr id="2443" name="Google Shape;2443;p66"/>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66"/>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5" name="Google Shape;2445;p66"/>
              <p:cNvGrpSpPr/>
              <p:nvPr/>
            </p:nvGrpSpPr>
            <p:grpSpPr>
              <a:xfrm rot="-8100000">
                <a:off x="540898" y="-1172741"/>
                <a:ext cx="2552124" cy="3347490"/>
                <a:chOff x="2976325" y="908175"/>
                <a:chExt cx="4028179" cy="5283555"/>
              </a:xfrm>
            </p:grpSpPr>
            <p:sp>
              <p:nvSpPr>
                <p:cNvPr id="2446" name="Google Shape;2446;p6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6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6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9" name="Google Shape;2449;p66"/>
              <p:cNvGrpSpPr/>
              <p:nvPr/>
            </p:nvGrpSpPr>
            <p:grpSpPr>
              <a:xfrm>
                <a:off x="-1" y="621223"/>
                <a:ext cx="699940" cy="478601"/>
                <a:chOff x="39722" y="4349021"/>
                <a:chExt cx="1061964" cy="726143"/>
              </a:xfrm>
            </p:grpSpPr>
            <p:grpSp>
              <p:nvGrpSpPr>
                <p:cNvPr id="2450" name="Google Shape;2450;p66"/>
                <p:cNvGrpSpPr/>
                <p:nvPr/>
              </p:nvGrpSpPr>
              <p:grpSpPr>
                <a:xfrm rot="2700000">
                  <a:off x="140502" y="4460924"/>
                  <a:ext cx="524584" cy="502337"/>
                  <a:chOff x="1189791" y="-1767331"/>
                  <a:chExt cx="904284" cy="865933"/>
                </a:xfrm>
              </p:grpSpPr>
              <p:sp>
                <p:nvSpPr>
                  <p:cNvPr id="2451" name="Google Shape;2451;p6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2" name="Google Shape;2452;p66"/>
                  <p:cNvGrpSpPr/>
                  <p:nvPr/>
                </p:nvGrpSpPr>
                <p:grpSpPr>
                  <a:xfrm>
                    <a:off x="1232795" y="-1740829"/>
                    <a:ext cx="717621" cy="717392"/>
                    <a:chOff x="1483457" y="3953671"/>
                    <a:chExt cx="717621" cy="717392"/>
                  </a:xfrm>
                </p:grpSpPr>
                <p:sp>
                  <p:nvSpPr>
                    <p:cNvPr id="2453" name="Google Shape;2453;p6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6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6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58" name="Google Shape;2458;p6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9" name="Google Shape;2459;p66"/>
              <p:cNvGrpSpPr/>
              <p:nvPr/>
            </p:nvGrpSpPr>
            <p:grpSpPr>
              <a:xfrm>
                <a:off x="955673" y="11"/>
                <a:ext cx="592576" cy="405260"/>
                <a:chOff x="39722" y="4349021"/>
                <a:chExt cx="1061964" cy="726143"/>
              </a:xfrm>
            </p:grpSpPr>
            <p:grpSp>
              <p:nvGrpSpPr>
                <p:cNvPr id="2460" name="Google Shape;2460;p66"/>
                <p:cNvGrpSpPr/>
                <p:nvPr/>
              </p:nvGrpSpPr>
              <p:grpSpPr>
                <a:xfrm rot="2700000">
                  <a:off x="140502" y="4460924"/>
                  <a:ext cx="524584" cy="502337"/>
                  <a:chOff x="1189791" y="-1767331"/>
                  <a:chExt cx="904284" cy="865933"/>
                </a:xfrm>
              </p:grpSpPr>
              <p:sp>
                <p:nvSpPr>
                  <p:cNvPr id="2461" name="Google Shape;2461;p6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62" name="Google Shape;2462;p66"/>
                  <p:cNvGrpSpPr/>
                  <p:nvPr/>
                </p:nvGrpSpPr>
                <p:grpSpPr>
                  <a:xfrm>
                    <a:off x="1232795" y="-1740829"/>
                    <a:ext cx="717621" cy="717392"/>
                    <a:chOff x="1483457" y="3953671"/>
                    <a:chExt cx="717621" cy="717392"/>
                  </a:xfrm>
                </p:grpSpPr>
                <p:sp>
                  <p:nvSpPr>
                    <p:cNvPr id="2463" name="Google Shape;2463;p6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6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6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6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6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68" name="Google Shape;2468;p6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9" name="Google Shape;2469;p66"/>
              <p:cNvGrpSpPr/>
              <p:nvPr/>
            </p:nvGrpSpPr>
            <p:grpSpPr>
              <a:xfrm>
                <a:off x="441574" y="-36652"/>
                <a:ext cx="699940" cy="478601"/>
                <a:chOff x="39722" y="4349021"/>
                <a:chExt cx="1061964" cy="726143"/>
              </a:xfrm>
            </p:grpSpPr>
            <p:grpSp>
              <p:nvGrpSpPr>
                <p:cNvPr id="2470" name="Google Shape;2470;p66"/>
                <p:cNvGrpSpPr/>
                <p:nvPr/>
              </p:nvGrpSpPr>
              <p:grpSpPr>
                <a:xfrm rot="2700000">
                  <a:off x="140502" y="4460924"/>
                  <a:ext cx="524584" cy="502337"/>
                  <a:chOff x="1189791" y="-1767331"/>
                  <a:chExt cx="904284" cy="865933"/>
                </a:xfrm>
              </p:grpSpPr>
              <p:sp>
                <p:nvSpPr>
                  <p:cNvPr id="2471" name="Google Shape;2471;p6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2" name="Google Shape;2472;p66"/>
                  <p:cNvGrpSpPr/>
                  <p:nvPr/>
                </p:nvGrpSpPr>
                <p:grpSpPr>
                  <a:xfrm>
                    <a:off x="1232795" y="-1740829"/>
                    <a:ext cx="717621" cy="717392"/>
                    <a:chOff x="1483457" y="3953671"/>
                    <a:chExt cx="717621" cy="717392"/>
                  </a:xfrm>
                </p:grpSpPr>
                <p:sp>
                  <p:nvSpPr>
                    <p:cNvPr id="2473" name="Google Shape;2473;p6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6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6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6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6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78" name="Google Shape;2478;p6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9" name="Google Shape;2479;p66"/>
              <p:cNvGrpSpPr/>
              <p:nvPr/>
            </p:nvGrpSpPr>
            <p:grpSpPr>
              <a:xfrm>
                <a:off x="-494406" y="-252396"/>
                <a:ext cx="1741563" cy="1288563"/>
                <a:chOff x="-494406" y="-252396"/>
                <a:chExt cx="1741563" cy="1288563"/>
              </a:xfrm>
            </p:grpSpPr>
            <p:sp>
              <p:nvSpPr>
                <p:cNvPr id="2480" name="Google Shape;2480;p66"/>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66"/>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82" name="Google Shape;2482;p66"/>
            <p:cNvGrpSpPr/>
            <p:nvPr/>
          </p:nvGrpSpPr>
          <p:grpSpPr>
            <a:xfrm>
              <a:off x="5643425" y="4968525"/>
              <a:ext cx="439200" cy="439100"/>
              <a:chOff x="1101075" y="2142375"/>
              <a:chExt cx="439200" cy="439100"/>
            </a:xfrm>
          </p:grpSpPr>
          <p:sp>
            <p:nvSpPr>
              <p:cNvPr id="2483" name="Google Shape;2483;p6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6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485" name="Google Shape;2485;p66"/>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2486" name="Google Shape;2486;p66"/>
          <p:cNvGrpSpPr/>
          <p:nvPr/>
        </p:nvGrpSpPr>
        <p:grpSpPr>
          <a:xfrm rot="10800000">
            <a:off x="6045700" y="237976"/>
            <a:ext cx="4558967" cy="134100"/>
            <a:chOff x="796100" y="3019701"/>
            <a:chExt cx="4558967" cy="134100"/>
          </a:xfrm>
        </p:grpSpPr>
        <p:sp>
          <p:nvSpPr>
            <p:cNvPr id="2487" name="Google Shape;2487;p6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88" name="Google Shape;2488;p6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89" name="Google Shape;2489;p6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0" name="Google Shape;2490;p66"/>
          <p:cNvGrpSpPr/>
          <p:nvPr/>
        </p:nvGrpSpPr>
        <p:grpSpPr>
          <a:xfrm>
            <a:off x="-1143750" y="3925887"/>
            <a:ext cx="4558967" cy="1517787"/>
            <a:chOff x="-1143750" y="3849687"/>
            <a:chExt cx="4558967" cy="1517787"/>
          </a:xfrm>
        </p:grpSpPr>
        <p:grpSp>
          <p:nvGrpSpPr>
            <p:cNvPr id="2491" name="Google Shape;2491;p66"/>
            <p:cNvGrpSpPr/>
            <p:nvPr/>
          </p:nvGrpSpPr>
          <p:grpSpPr>
            <a:xfrm rot="5400000">
              <a:off x="-805838" y="4155104"/>
              <a:ext cx="1517787" cy="906953"/>
              <a:chOff x="-55500" y="4835979"/>
              <a:chExt cx="1517787" cy="906953"/>
            </a:xfrm>
          </p:grpSpPr>
          <p:sp>
            <p:nvSpPr>
              <p:cNvPr id="2492" name="Google Shape;2492;p66"/>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66"/>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66"/>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66"/>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6" name="Google Shape;2496;p66"/>
            <p:cNvGrpSpPr/>
            <p:nvPr/>
          </p:nvGrpSpPr>
          <p:grpSpPr>
            <a:xfrm>
              <a:off x="-549966" y="3946426"/>
              <a:ext cx="2833357" cy="1421047"/>
              <a:chOff x="-677366" y="4067276"/>
              <a:chExt cx="2833357" cy="1421047"/>
            </a:xfrm>
          </p:grpSpPr>
          <p:sp>
            <p:nvSpPr>
              <p:cNvPr id="2497" name="Google Shape;2497;p66"/>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8" name="Google Shape;2498;p66"/>
              <p:cNvGrpSpPr/>
              <p:nvPr/>
            </p:nvGrpSpPr>
            <p:grpSpPr>
              <a:xfrm>
                <a:off x="317735" y="4614472"/>
                <a:ext cx="161977" cy="161940"/>
                <a:chOff x="1101075" y="2142375"/>
                <a:chExt cx="439200" cy="439100"/>
              </a:xfrm>
            </p:grpSpPr>
            <p:sp>
              <p:nvSpPr>
                <p:cNvPr id="2499" name="Google Shape;2499;p6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6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01" name="Google Shape;2501;p66"/>
              <p:cNvGrpSpPr/>
              <p:nvPr/>
            </p:nvGrpSpPr>
            <p:grpSpPr>
              <a:xfrm rot="10800000">
                <a:off x="1700151" y="5032693"/>
                <a:ext cx="161977" cy="161940"/>
                <a:chOff x="1101075" y="2142375"/>
                <a:chExt cx="439200" cy="439100"/>
              </a:xfrm>
            </p:grpSpPr>
            <p:sp>
              <p:nvSpPr>
                <p:cNvPr id="2502" name="Google Shape;2502;p6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6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04" name="Google Shape;2504;p66"/>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5" name="Google Shape;2505;p66"/>
            <p:cNvGrpSpPr/>
            <p:nvPr/>
          </p:nvGrpSpPr>
          <p:grpSpPr>
            <a:xfrm>
              <a:off x="-1143750" y="4741576"/>
              <a:ext cx="4558967" cy="134100"/>
              <a:chOff x="796100" y="3019701"/>
              <a:chExt cx="4558967" cy="134100"/>
            </a:xfrm>
          </p:grpSpPr>
          <p:sp>
            <p:nvSpPr>
              <p:cNvPr id="2506" name="Google Shape;2506;p6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07" name="Google Shape;2507;p6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08" name="Google Shape;2508;p6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509" name="Shape 2509"/>
        <p:cNvGrpSpPr/>
        <p:nvPr/>
      </p:nvGrpSpPr>
      <p:grpSpPr>
        <a:xfrm>
          <a:off x="0" y="0"/>
          <a:ext cx="0" cy="0"/>
          <a:chOff x="0" y="0"/>
          <a:chExt cx="0" cy="0"/>
        </a:xfrm>
      </p:grpSpPr>
      <p:grpSp>
        <p:nvGrpSpPr>
          <p:cNvPr id="2510" name="Google Shape;2510;p67"/>
          <p:cNvGrpSpPr/>
          <p:nvPr/>
        </p:nvGrpSpPr>
        <p:grpSpPr>
          <a:xfrm>
            <a:off x="7059553" y="-2136808"/>
            <a:ext cx="4192757" cy="4558967"/>
            <a:chOff x="6983353" y="-2136808"/>
            <a:chExt cx="4192757" cy="4558967"/>
          </a:xfrm>
        </p:grpSpPr>
        <p:grpSp>
          <p:nvGrpSpPr>
            <p:cNvPr id="2511" name="Google Shape;2511;p67"/>
            <p:cNvGrpSpPr/>
            <p:nvPr/>
          </p:nvGrpSpPr>
          <p:grpSpPr>
            <a:xfrm rot="-509296">
              <a:off x="7187207" y="-982000"/>
              <a:ext cx="3785049" cy="3043008"/>
              <a:chOff x="7103825" y="-713112"/>
              <a:chExt cx="3785226" cy="3043150"/>
            </a:xfrm>
          </p:grpSpPr>
          <p:sp>
            <p:nvSpPr>
              <p:cNvPr id="2512" name="Google Shape;2512;p67"/>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3" name="Google Shape;2513;p67"/>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2514" name="Google Shape;2514;p67"/>
            <p:cNvGrpSpPr/>
            <p:nvPr/>
          </p:nvGrpSpPr>
          <p:grpSpPr>
            <a:xfrm rot="5400000">
              <a:off x="6489450" y="75626"/>
              <a:ext cx="4558967" cy="134100"/>
              <a:chOff x="796100" y="3019701"/>
              <a:chExt cx="4558967" cy="134100"/>
            </a:xfrm>
          </p:grpSpPr>
          <p:sp>
            <p:nvSpPr>
              <p:cNvPr id="2515" name="Google Shape;2515;p6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16" name="Google Shape;2516;p6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17" name="Google Shape;2517;p6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18" name="Google Shape;2518;p67"/>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19" name="Google Shape;2519;p67"/>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0" name="Google Shape;2520;p67"/>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21" name="Google Shape;2521;p6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22" name="Google Shape;2522;p67"/>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523" name="Google Shape;2523;p67"/>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524" name="Google Shape;2524;p67"/>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2525" name="Google Shape;2525;p67"/>
          <p:cNvGrpSpPr/>
          <p:nvPr/>
        </p:nvGrpSpPr>
        <p:grpSpPr>
          <a:xfrm>
            <a:off x="6067575" y="2796625"/>
            <a:ext cx="4006263" cy="4771152"/>
            <a:chOff x="5915175" y="2339425"/>
            <a:chExt cx="4006263" cy="4771152"/>
          </a:xfrm>
        </p:grpSpPr>
        <p:sp>
          <p:nvSpPr>
            <p:cNvPr id="2526" name="Google Shape;2526;p67"/>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67"/>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8" name="Google Shape;2528;p67"/>
            <p:cNvGrpSpPr/>
            <p:nvPr/>
          </p:nvGrpSpPr>
          <p:grpSpPr>
            <a:xfrm>
              <a:off x="7520550" y="4608575"/>
              <a:ext cx="582050" cy="582425"/>
              <a:chOff x="959750" y="3039275"/>
              <a:chExt cx="582050" cy="582425"/>
            </a:xfrm>
          </p:grpSpPr>
          <p:sp>
            <p:nvSpPr>
              <p:cNvPr id="2529" name="Google Shape;2529;p6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6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6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6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6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6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6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6" name="Google Shape;2536;p67"/>
            <p:cNvGrpSpPr/>
            <p:nvPr/>
          </p:nvGrpSpPr>
          <p:grpSpPr>
            <a:xfrm>
              <a:off x="8484675" y="3658275"/>
              <a:ext cx="582050" cy="582425"/>
              <a:chOff x="959750" y="3039275"/>
              <a:chExt cx="582050" cy="582425"/>
            </a:xfrm>
          </p:grpSpPr>
          <p:sp>
            <p:nvSpPr>
              <p:cNvPr id="2537" name="Google Shape;2537;p6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6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6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6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6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6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6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44" name="Google Shape;2544;p67"/>
          <p:cNvGrpSpPr/>
          <p:nvPr/>
        </p:nvGrpSpPr>
        <p:grpSpPr>
          <a:xfrm>
            <a:off x="-235366" y="3828554"/>
            <a:ext cx="5249359" cy="2992224"/>
            <a:chOff x="-258616" y="3430829"/>
            <a:chExt cx="5249359" cy="2992224"/>
          </a:xfrm>
        </p:grpSpPr>
        <p:pic>
          <p:nvPicPr>
            <p:cNvPr id="2545" name="Google Shape;2545;p67"/>
            <p:cNvPicPr preferRelativeResize="0"/>
            <p:nvPr/>
          </p:nvPicPr>
          <p:blipFill rotWithShape="1">
            <a:blip r:embed="rId3">
              <a:alphaModFix/>
            </a:blip>
            <a:srcRect b="26177" l="16960" r="7121" t="24718"/>
            <a:stretch/>
          </p:blipFill>
          <p:spPr>
            <a:xfrm>
              <a:off x="1070243" y="3430829"/>
              <a:ext cx="3920501" cy="2992224"/>
            </a:xfrm>
            <a:prstGeom prst="rect">
              <a:avLst/>
            </a:prstGeom>
            <a:noFill/>
            <a:ln>
              <a:noFill/>
            </a:ln>
          </p:spPr>
        </p:pic>
        <p:sp>
          <p:nvSpPr>
            <p:cNvPr id="2546" name="Google Shape;2546;p67"/>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67"/>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67"/>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67"/>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67"/>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51" name="Google Shape;2551;p67"/>
            <p:cNvGrpSpPr/>
            <p:nvPr/>
          </p:nvGrpSpPr>
          <p:grpSpPr>
            <a:xfrm>
              <a:off x="736485" y="4387072"/>
              <a:ext cx="161977" cy="161940"/>
              <a:chOff x="1101075" y="2142375"/>
              <a:chExt cx="439200" cy="439100"/>
            </a:xfrm>
          </p:grpSpPr>
          <p:sp>
            <p:nvSpPr>
              <p:cNvPr id="2552" name="Google Shape;2552;p6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6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4" name="Google Shape;2554;p67"/>
            <p:cNvGrpSpPr/>
            <p:nvPr/>
          </p:nvGrpSpPr>
          <p:grpSpPr>
            <a:xfrm rot="10800000">
              <a:off x="2118901" y="4805293"/>
              <a:ext cx="161977" cy="161940"/>
              <a:chOff x="1101075" y="2142375"/>
              <a:chExt cx="439200" cy="439100"/>
            </a:xfrm>
          </p:grpSpPr>
          <p:sp>
            <p:nvSpPr>
              <p:cNvPr id="2555" name="Google Shape;2555;p6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6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57" name="Google Shape;2557;p67"/>
          <p:cNvGrpSpPr/>
          <p:nvPr/>
        </p:nvGrpSpPr>
        <p:grpSpPr>
          <a:xfrm>
            <a:off x="-515563" y="-797996"/>
            <a:ext cx="1433417" cy="2584783"/>
            <a:chOff x="-363163" y="-645596"/>
            <a:chExt cx="1433417" cy="2584783"/>
          </a:xfrm>
        </p:grpSpPr>
        <p:grpSp>
          <p:nvGrpSpPr>
            <p:cNvPr id="2558" name="Google Shape;2558;p67"/>
            <p:cNvGrpSpPr/>
            <p:nvPr/>
          </p:nvGrpSpPr>
          <p:grpSpPr>
            <a:xfrm rot="10800000">
              <a:off x="-64595" y="-645596"/>
              <a:ext cx="1134849" cy="2370191"/>
              <a:chOff x="-575575" y="3685599"/>
              <a:chExt cx="1421048" cy="2967932"/>
            </a:xfrm>
          </p:grpSpPr>
          <p:sp>
            <p:nvSpPr>
              <p:cNvPr id="2559" name="Google Shape;2559;p67"/>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67"/>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61" name="Google Shape;2561;p67"/>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67"/>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3" name="Google Shape;2563;p67"/>
            <p:cNvGrpSpPr/>
            <p:nvPr/>
          </p:nvGrpSpPr>
          <p:grpSpPr>
            <a:xfrm flipH="1" rot="-2700000">
              <a:off x="-216370" y="1084101"/>
              <a:ext cx="708093" cy="708493"/>
              <a:chOff x="3678700" y="407275"/>
              <a:chExt cx="708100" cy="708500"/>
            </a:xfrm>
          </p:grpSpPr>
          <p:sp>
            <p:nvSpPr>
              <p:cNvPr id="2564" name="Google Shape;2564;p6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6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6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6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6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6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6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571" name="Shape 2571"/>
        <p:cNvGrpSpPr/>
        <p:nvPr/>
      </p:nvGrpSpPr>
      <p:grpSpPr>
        <a:xfrm>
          <a:off x="0" y="0"/>
          <a:ext cx="0" cy="0"/>
          <a:chOff x="0" y="0"/>
          <a:chExt cx="0" cy="0"/>
        </a:xfrm>
      </p:grpSpPr>
      <p:sp>
        <p:nvSpPr>
          <p:cNvPr id="2572" name="Google Shape;2572;p68"/>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3" name="Google Shape;2573;p68"/>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4" name="Google Shape;2574;p68"/>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5" name="Google Shape;2575;p6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76" name="Google Shape;2576;p68"/>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577" name="Google Shape;2577;p68"/>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578" name="Google Shape;2578;p68"/>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579" name="Google Shape;2579;p68"/>
          <p:cNvSpPr/>
          <p:nvPr>
            <p:ph idx="7" type="pic"/>
          </p:nvPr>
        </p:nvSpPr>
        <p:spPr>
          <a:xfrm>
            <a:off x="720000" y="1236800"/>
            <a:ext cx="1981800" cy="1662300"/>
          </a:xfrm>
          <a:prstGeom prst="snip1Rect">
            <a:avLst>
              <a:gd fmla="val 16667" name="adj"/>
            </a:avLst>
          </a:prstGeom>
          <a:noFill/>
          <a:ln>
            <a:noFill/>
          </a:ln>
        </p:spPr>
      </p:sp>
      <p:sp>
        <p:nvSpPr>
          <p:cNvPr id="2580" name="Google Shape;2580;p68"/>
          <p:cNvSpPr/>
          <p:nvPr>
            <p:ph idx="8" type="pic"/>
          </p:nvPr>
        </p:nvSpPr>
        <p:spPr>
          <a:xfrm>
            <a:off x="3584475" y="1236800"/>
            <a:ext cx="1981800" cy="1662300"/>
          </a:xfrm>
          <a:prstGeom prst="snip1Rect">
            <a:avLst>
              <a:gd fmla="val 16667" name="adj"/>
            </a:avLst>
          </a:prstGeom>
          <a:noFill/>
          <a:ln>
            <a:noFill/>
          </a:ln>
        </p:spPr>
      </p:sp>
      <p:sp>
        <p:nvSpPr>
          <p:cNvPr id="2581" name="Google Shape;2581;p68"/>
          <p:cNvSpPr/>
          <p:nvPr>
            <p:ph idx="9" type="pic"/>
          </p:nvPr>
        </p:nvSpPr>
        <p:spPr>
          <a:xfrm>
            <a:off x="6448950" y="1236800"/>
            <a:ext cx="1981800" cy="1662300"/>
          </a:xfrm>
          <a:prstGeom prst="snip1Rect">
            <a:avLst>
              <a:gd fmla="val 16667" name="adj"/>
            </a:avLst>
          </a:prstGeom>
          <a:noFill/>
          <a:ln>
            <a:noFill/>
          </a:ln>
        </p:spPr>
      </p:sp>
      <p:grpSp>
        <p:nvGrpSpPr>
          <p:cNvPr id="2582" name="Google Shape;2582;p68"/>
          <p:cNvGrpSpPr/>
          <p:nvPr/>
        </p:nvGrpSpPr>
        <p:grpSpPr>
          <a:xfrm>
            <a:off x="-928041" y="3925887"/>
            <a:ext cx="2833357" cy="1517787"/>
            <a:chOff x="-623241" y="3849687"/>
            <a:chExt cx="2833357" cy="1517787"/>
          </a:xfrm>
        </p:grpSpPr>
        <p:grpSp>
          <p:nvGrpSpPr>
            <p:cNvPr id="2583" name="Google Shape;2583;p68"/>
            <p:cNvGrpSpPr/>
            <p:nvPr/>
          </p:nvGrpSpPr>
          <p:grpSpPr>
            <a:xfrm rot="5400000">
              <a:off x="-879113" y="4155104"/>
              <a:ext cx="1517787" cy="906953"/>
              <a:chOff x="-55500" y="4835979"/>
              <a:chExt cx="1517787" cy="906953"/>
            </a:xfrm>
          </p:grpSpPr>
          <p:sp>
            <p:nvSpPr>
              <p:cNvPr id="2584" name="Google Shape;2584;p68"/>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68"/>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68"/>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68"/>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8" name="Google Shape;2588;p68"/>
            <p:cNvGrpSpPr/>
            <p:nvPr/>
          </p:nvGrpSpPr>
          <p:grpSpPr>
            <a:xfrm>
              <a:off x="-623241" y="3946426"/>
              <a:ext cx="2833357" cy="1421047"/>
              <a:chOff x="-677366" y="4067276"/>
              <a:chExt cx="2833357" cy="1421047"/>
            </a:xfrm>
          </p:grpSpPr>
          <p:sp>
            <p:nvSpPr>
              <p:cNvPr id="2589" name="Google Shape;2589;p68"/>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90" name="Google Shape;2590;p68"/>
              <p:cNvGrpSpPr/>
              <p:nvPr/>
            </p:nvGrpSpPr>
            <p:grpSpPr>
              <a:xfrm>
                <a:off x="317735" y="4614472"/>
                <a:ext cx="161977" cy="161940"/>
                <a:chOff x="1101075" y="2142375"/>
                <a:chExt cx="439200" cy="439100"/>
              </a:xfrm>
            </p:grpSpPr>
            <p:sp>
              <p:nvSpPr>
                <p:cNvPr id="2591" name="Google Shape;2591;p6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6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3" name="Google Shape;2593;p68"/>
              <p:cNvGrpSpPr/>
              <p:nvPr/>
            </p:nvGrpSpPr>
            <p:grpSpPr>
              <a:xfrm rot="10800000">
                <a:off x="1700151" y="5032693"/>
                <a:ext cx="161977" cy="161940"/>
                <a:chOff x="1101075" y="2142375"/>
                <a:chExt cx="439200" cy="439100"/>
              </a:xfrm>
            </p:grpSpPr>
            <p:sp>
              <p:nvSpPr>
                <p:cNvPr id="2594" name="Google Shape;2594;p6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6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96" name="Google Shape;2596;p68"/>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7" name="Google Shape;2597;p68"/>
          <p:cNvGrpSpPr/>
          <p:nvPr/>
        </p:nvGrpSpPr>
        <p:grpSpPr>
          <a:xfrm>
            <a:off x="6400125" y="-1754449"/>
            <a:ext cx="4189199" cy="3065874"/>
            <a:chOff x="6171525" y="-1678249"/>
            <a:chExt cx="4189199" cy="3065874"/>
          </a:xfrm>
        </p:grpSpPr>
        <p:sp>
          <p:nvSpPr>
            <p:cNvPr id="2598" name="Google Shape;2598;p68"/>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99" name="Google Shape;2599;p68"/>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2600" name="Google Shape;2600;p68"/>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1" name="Google Shape;2601;p68"/>
            <p:cNvGrpSpPr/>
            <p:nvPr/>
          </p:nvGrpSpPr>
          <p:grpSpPr>
            <a:xfrm rot="-2700000">
              <a:off x="8302147" y="61289"/>
              <a:ext cx="582044" cy="582419"/>
              <a:chOff x="959750" y="3039275"/>
              <a:chExt cx="582050" cy="582425"/>
            </a:xfrm>
          </p:grpSpPr>
          <p:sp>
            <p:nvSpPr>
              <p:cNvPr id="2602" name="Google Shape;2602;p6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6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6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6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6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6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6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9" name="Google Shape;2609;p68"/>
            <p:cNvGrpSpPr/>
            <p:nvPr/>
          </p:nvGrpSpPr>
          <p:grpSpPr>
            <a:xfrm rot="-2700000">
              <a:off x="8551447" y="61289"/>
              <a:ext cx="582044" cy="582419"/>
              <a:chOff x="959750" y="3039275"/>
              <a:chExt cx="582050" cy="582425"/>
            </a:xfrm>
          </p:grpSpPr>
          <p:sp>
            <p:nvSpPr>
              <p:cNvPr id="2610" name="Google Shape;2610;p6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6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6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6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6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6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6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17" name="Google Shape;2617;p68"/>
          <p:cNvGrpSpPr/>
          <p:nvPr/>
        </p:nvGrpSpPr>
        <p:grpSpPr>
          <a:xfrm rot="2700000">
            <a:off x="8945322" y="2352177"/>
            <a:ext cx="439196" cy="439096"/>
            <a:chOff x="1101075" y="2142375"/>
            <a:chExt cx="439200" cy="439100"/>
          </a:xfrm>
        </p:grpSpPr>
        <p:sp>
          <p:nvSpPr>
            <p:cNvPr id="2618" name="Google Shape;2618;p6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6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0" name="Google Shape;2620;p68"/>
          <p:cNvGrpSpPr/>
          <p:nvPr/>
        </p:nvGrpSpPr>
        <p:grpSpPr>
          <a:xfrm rot="10800000">
            <a:off x="4995775" y="180626"/>
            <a:ext cx="4558967" cy="134100"/>
            <a:chOff x="796100" y="3019701"/>
            <a:chExt cx="4558967" cy="134100"/>
          </a:xfrm>
        </p:grpSpPr>
        <p:sp>
          <p:nvSpPr>
            <p:cNvPr id="2621" name="Google Shape;2621;p6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22" name="Google Shape;2622;p6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623" name="Google Shape;2623;p6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24" name="Shape 2624"/>
        <p:cNvGrpSpPr/>
        <p:nvPr/>
      </p:nvGrpSpPr>
      <p:grpSpPr>
        <a:xfrm>
          <a:off x="0" y="0"/>
          <a:ext cx="0" cy="0"/>
          <a:chOff x="0" y="0"/>
          <a:chExt cx="0" cy="0"/>
        </a:xfrm>
      </p:grpSpPr>
      <p:sp>
        <p:nvSpPr>
          <p:cNvPr id="2625" name="Google Shape;2625;p6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26" name="Google Shape;2626;p69"/>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27" name="Google Shape;2627;p69"/>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28" name="Google Shape;2628;p69"/>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29" name="Google Shape;2629;p69"/>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30" name="Google Shape;2630;p69"/>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31" name="Google Shape;2631;p69"/>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32" name="Google Shape;2632;p69"/>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33" name="Google Shape;2633;p69"/>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2634" name="Google Shape;2634;p69"/>
          <p:cNvGrpSpPr/>
          <p:nvPr/>
        </p:nvGrpSpPr>
        <p:grpSpPr>
          <a:xfrm>
            <a:off x="-2902027" y="1271890"/>
            <a:ext cx="6191222" cy="6191222"/>
            <a:chOff x="-2825827" y="1271890"/>
            <a:chExt cx="6191222" cy="6191222"/>
          </a:xfrm>
        </p:grpSpPr>
        <p:pic>
          <p:nvPicPr>
            <p:cNvPr id="2635" name="Google Shape;2635;p69"/>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2636" name="Google Shape;2636;p69"/>
            <p:cNvGrpSpPr/>
            <p:nvPr/>
          </p:nvGrpSpPr>
          <p:grpSpPr>
            <a:xfrm>
              <a:off x="-2825827" y="1271890"/>
              <a:ext cx="6191222" cy="6191222"/>
              <a:chOff x="-2825827" y="1271890"/>
              <a:chExt cx="6191222" cy="6191222"/>
            </a:xfrm>
          </p:grpSpPr>
          <p:sp>
            <p:nvSpPr>
              <p:cNvPr id="2637" name="Google Shape;2637;p69"/>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69"/>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9" name="Google Shape;2639;p69"/>
              <p:cNvGrpSpPr/>
              <p:nvPr/>
            </p:nvGrpSpPr>
            <p:grpSpPr>
              <a:xfrm rot="10800000">
                <a:off x="384881" y="3042905"/>
                <a:ext cx="134100" cy="134100"/>
                <a:chOff x="-1999139" y="3143772"/>
                <a:chExt cx="134100" cy="134100"/>
              </a:xfrm>
            </p:grpSpPr>
            <p:sp>
              <p:nvSpPr>
                <p:cNvPr id="2640" name="Google Shape;2640;p69"/>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69"/>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2" name="Google Shape;2642;p69"/>
              <p:cNvGrpSpPr/>
              <p:nvPr/>
            </p:nvGrpSpPr>
            <p:grpSpPr>
              <a:xfrm rot="10800000">
                <a:off x="146106" y="3710980"/>
                <a:ext cx="134100" cy="134100"/>
                <a:chOff x="-1999139" y="3143772"/>
                <a:chExt cx="134100" cy="134100"/>
              </a:xfrm>
            </p:grpSpPr>
            <p:sp>
              <p:nvSpPr>
                <p:cNvPr id="2643" name="Google Shape;2643;p69"/>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69"/>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5" name="Google Shape;2645;p69"/>
              <p:cNvGrpSpPr/>
              <p:nvPr/>
            </p:nvGrpSpPr>
            <p:grpSpPr>
              <a:xfrm>
                <a:off x="-102297" y="3780153"/>
                <a:ext cx="939901" cy="2449421"/>
                <a:chOff x="-102297" y="3780153"/>
                <a:chExt cx="939901" cy="2449421"/>
              </a:xfrm>
            </p:grpSpPr>
            <p:sp>
              <p:nvSpPr>
                <p:cNvPr id="2646" name="Google Shape;2646;p69"/>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69"/>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8" name="Google Shape;2648;p69"/>
                <p:cNvGrpSpPr/>
                <p:nvPr/>
              </p:nvGrpSpPr>
              <p:grpSpPr>
                <a:xfrm rot="10800000">
                  <a:off x="532825" y="5492502"/>
                  <a:ext cx="134004" cy="134004"/>
                  <a:chOff x="8356813" y="1074288"/>
                  <a:chExt cx="351900" cy="351900"/>
                </a:xfrm>
              </p:grpSpPr>
              <p:sp>
                <p:nvSpPr>
                  <p:cNvPr id="2649" name="Google Shape;2649;p6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6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2651" name="Google Shape;2651;p69"/>
          <p:cNvGrpSpPr/>
          <p:nvPr/>
        </p:nvGrpSpPr>
        <p:grpSpPr>
          <a:xfrm>
            <a:off x="5650173" y="-1036475"/>
            <a:ext cx="6191222" cy="6865137"/>
            <a:chOff x="5497773" y="-1036475"/>
            <a:chExt cx="6191222" cy="6865137"/>
          </a:xfrm>
        </p:grpSpPr>
        <p:grpSp>
          <p:nvGrpSpPr>
            <p:cNvPr id="2652" name="Google Shape;2652;p69"/>
            <p:cNvGrpSpPr/>
            <p:nvPr/>
          </p:nvGrpSpPr>
          <p:grpSpPr>
            <a:xfrm>
              <a:off x="5497773" y="-362560"/>
              <a:ext cx="6191222" cy="6191222"/>
              <a:chOff x="5584373" y="-362560"/>
              <a:chExt cx="6191222" cy="6191222"/>
            </a:xfrm>
          </p:grpSpPr>
          <p:grpSp>
            <p:nvGrpSpPr>
              <p:cNvPr id="2653" name="Google Shape;2653;p69"/>
              <p:cNvGrpSpPr/>
              <p:nvPr/>
            </p:nvGrpSpPr>
            <p:grpSpPr>
              <a:xfrm>
                <a:off x="5584373" y="-362560"/>
                <a:ext cx="6191222" cy="6191222"/>
                <a:chOff x="5443673" y="-405860"/>
                <a:chExt cx="6191222" cy="6191222"/>
              </a:xfrm>
            </p:grpSpPr>
            <p:sp>
              <p:nvSpPr>
                <p:cNvPr id="2654" name="Google Shape;2654;p69"/>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69"/>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69"/>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69"/>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8" name="Google Shape;2658;p69"/>
              <p:cNvGrpSpPr/>
              <p:nvPr/>
            </p:nvGrpSpPr>
            <p:grpSpPr>
              <a:xfrm>
                <a:off x="8430786" y="3923547"/>
                <a:ext cx="134100" cy="134100"/>
                <a:chOff x="-1999139" y="3143772"/>
                <a:chExt cx="134100" cy="134100"/>
              </a:xfrm>
            </p:grpSpPr>
            <p:sp>
              <p:nvSpPr>
                <p:cNvPr id="2659" name="Google Shape;2659;p69"/>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69"/>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1" name="Google Shape;2661;p69"/>
              <p:cNvGrpSpPr/>
              <p:nvPr/>
            </p:nvGrpSpPr>
            <p:grpSpPr>
              <a:xfrm>
                <a:off x="8669561" y="3255472"/>
                <a:ext cx="134100" cy="134100"/>
                <a:chOff x="-1999139" y="3143772"/>
                <a:chExt cx="134100" cy="134100"/>
              </a:xfrm>
            </p:grpSpPr>
            <p:sp>
              <p:nvSpPr>
                <p:cNvPr id="2662" name="Google Shape;2662;p69"/>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69"/>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64" name="Google Shape;2664;p69"/>
              <p:cNvGrpSpPr/>
              <p:nvPr/>
            </p:nvGrpSpPr>
            <p:grpSpPr>
              <a:xfrm>
                <a:off x="8612986" y="311022"/>
                <a:ext cx="134004" cy="134004"/>
                <a:chOff x="8356813" y="1074288"/>
                <a:chExt cx="351900" cy="351900"/>
              </a:xfrm>
            </p:grpSpPr>
            <p:sp>
              <p:nvSpPr>
                <p:cNvPr id="2665" name="Google Shape;2665;p6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6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2667" name="Google Shape;2667;p69"/>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2668" name="Google Shape;2668;p69"/>
          <p:cNvGrpSpPr/>
          <p:nvPr/>
        </p:nvGrpSpPr>
        <p:grpSpPr>
          <a:xfrm>
            <a:off x="3983988" y="4933175"/>
            <a:ext cx="667916" cy="439200"/>
            <a:chOff x="3983988" y="4933175"/>
            <a:chExt cx="667916" cy="439200"/>
          </a:xfrm>
        </p:grpSpPr>
        <p:grpSp>
          <p:nvGrpSpPr>
            <p:cNvPr id="2669" name="Google Shape;2669;p69"/>
            <p:cNvGrpSpPr/>
            <p:nvPr/>
          </p:nvGrpSpPr>
          <p:grpSpPr>
            <a:xfrm rot="5400000">
              <a:off x="3983938" y="4933225"/>
              <a:ext cx="439200" cy="439100"/>
              <a:chOff x="1101075" y="2142375"/>
              <a:chExt cx="439200" cy="439100"/>
            </a:xfrm>
          </p:grpSpPr>
          <p:sp>
            <p:nvSpPr>
              <p:cNvPr id="2670" name="Google Shape;2670;p6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6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2" name="Google Shape;2672;p69"/>
            <p:cNvGrpSpPr/>
            <p:nvPr/>
          </p:nvGrpSpPr>
          <p:grpSpPr>
            <a:xfrm rot="5400000">
              <a:off x="4423062" y="5038369"/>
              <a:ext cx="228867" cy="228815"/>
              <a:chOff x="1101075" y="2142375"/>
              <a:chExt cx="439200" cy="439100"/>
            </a:xfrm>
          </p:grpSpPr>
          <p:sp>
            <p:nvSpPr>
              <p:cNvPr id="2673" name="Google Shape;2673;p6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6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675" name="Shape 2675"/>
        <p:cNvGrpSpPr/>
        <p:nvPr/>
      </p:nvGrpSpPr>
      <p:grpSpPr>
        <a:xfrm>
          <a:off x="0" y="0"/>
          <a:ext cx="0" cy="0"/>
          <a:chOff x="0" y="0"/>
          <a:chExt cx="0" cy="0"/>
        </a:xfrm>
      </p:grpSpPr>
      <p:sp>
        <p:nvSpPr>
          <p:cNvPr id="2676" name="Google Shape;2676;p7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77" name="Google Shape;2677;p70"/>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78" name="Google Shape;2678;p70"/>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79" name="Google Shape;2679;p70"/>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0" name="Google Shape;2680;p70"/>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1" name="Google Shape;2681;p70"/>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2" name="Google Shape;2682;p70"/>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83" name="Google Shape;2683;p70"/>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84" name="Google Shape;2684;p70"/>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85" name="Google Shape;2685;p70"/>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86" name="Google Shape;2686;p70"/>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87" name="Google Shape;2687;p70"/>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2688" name="Google Shape;2688;p70"/>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2689" name="Google Shape;2689;p70"/>
          <p:cNvGrpSpPr/>
          <p:nvPr/>
        </p:nvGrpSpPr>
        <p:grpSpPr>
          <a:xfrm>
            <a:off x="6102850" y="-1735180"/>
            <a:ext cx="4625025" cy="4171657"/>
            <a:chOff x="6026650" y="-1658980"/>
            <a:chExt cx="4625025" cy="4171657"/>
          </a:xfrm>
        </p:grpSpPr>
        <p:pic>
          <p:nvPicPr>
            <p:cNvPr id="2690" name="Google Shape;2690;p70"/>
            <p:cNvPicPr preferRelativeResize="0"/>
            <p:nvPr/>
          </p:nvPicPr>
          <p:blipFill rotWithShape="1">
            <a:blip r:embed="rId2">
              <a:alphaModFix/>
            </a:blip>
            <a:srcRect b="26177" l="16960" r="7121" t="24718"/>
            <a:stretch/>
          </p:blipFill>
          <p:spPr>
            <a:xfrm>
              <a:off x="7361325" y="-596625"/>
              <a:ext cx="2441950" cy="1863749"/>
            </a:xfrm>
            <a:prstGeom prst="rect">
              <a:avLst/>
            </a:prstGeom>
            <a:noFill/>
            <a:ln>
              <a:noFill/>
            </a:ln>
          </p:spPr>
        </p:pic>
        <p:grpSp>
          <p:nvGrpSpPr>
            <p:cNvPr id="2691" name="Google Shape;2691;p70"/>
            <p:cNvGrpSpPr/>
            <p:nvPr/>
          </p:nvGrpSpPr>
          <p:grpSpPr>
            <a:xfrm flipH="1" rot="-2700000">
              <a:off x="7289785" y="-1246897"/>
              <a:ext cx="2552124" cy="3347490"/>
              <a:chOff x="2976325" y="908175"/>
              <a:chExt cx="4028179" cy="5283555"/>
            </a:xfrm>
          </p:grpSpPr>
          <p:sp>
            <p:nvSpPr>
              <p:cNvPr id="2692" name="Google Shape;2692;p70"/>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70"/>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70"/>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5" name="Google Shape;2695;p70"/>
            <p:cNvGrpSpPr/>
            <p:nvPr/>
          </p:nvGrpSpPr>
          <p:grpSpPr>
            <a:xfrm>
              <a:off x="6026650" y="-49075"/>
              <a:ext cx="803471" cy="494095"/>
              <a:chOff x="6394675" y="-49075"/>
              <a:chExt cx="803471" cy="494095"/>
            </a:xfrm>
          </p:grpSpPr>
          <p:sp>
            <p:nvSpPr>
              <p:cNvPr id="2696" name="Google Shape;2696;p70"/>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70"/>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98" name="Google Shape;2698;p70"/>
          <p:cNvGrpSpPr/>
          <p:nvPr/>
        </p:nvGrpSpPr>
        <p:grpSpPr>
          <a:xfrm>
            <a:off x="-1089100" y="4200325"/>
            <a:ext cx="5368850" cy="1863749"/>
            <a:chOff x="-1089100" y="4200325"/>
            <a:chExt cx="5368850" cy="1863749"/>
          </a:xfrm>
        </p:grpSpPr>
        <p:grpSp>
          <p:nvGrpSpPr>
            <p:cNvPr id="2699" name="Google Shape;2699;p70"/>
            <p:cNvGrpSpPr/>
            <p:nvPr/>
          </p:nvGrpSpPr>
          <p:grpSpPr>
            <a:xfrm>
              <a:off x="-185037" y="4598363"/>
              <a:ext cx="904666" cy="726121"/>
              <a:chOff x="7945225" y="4302000"/>
              <a:chExt cx="904666" cy="726121"/>
            </a:xfrm>
          </p:grpSpPr>
          <p:sp>
            <p:nvSpPr>
              <p:cNvPr id="2700" name="Google Shape;2700;p7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7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7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703" name="Google Shape;2703;p70"/>
            <p:cNvPicPr preferRelativeResize="0"/>
            <p:nvPr/>
          </p:nvPicPr>
          <p:blipFill rotWithShape="1">
            <a:blip r:embed="rId2">
              <a:alphaModFix/>
            </a:blip>
            <a:srcRect b="26177" l="16960" r="7121" t="24718"/>
            <a:stretch/>
          </p:blipFill>
          <p:spPr>
            <a:xfrm>
              <a:off x="1837800" y="4200325"/>
              <a:ext cx="2441950" cy="1863749"/>
            </a:xfrm>
            <a:prstGeom prst="rect">
              <a:avLst/>
            </a:prstGeom>
            <a:noFill/>
            <a:ln>
              <a:noFill/>
            </a:ln>
          </p:spPr>
        </p:pic>
        <p:grpSp>
          <p:nvGrpSpPr>
            <p:cNvPr id="2704" name="Google Shape;2704;p70"/>
            <p:cNvGrpSpPr/>
            <p:nvPr/>
          </p:nvGrpSpPr>
          <p:grpSpPr>
            <a:xfrm rot="-2700000">
              <a:off x="390377" y="4688868"/>
              <a:ext cx="299453" cy="545119"/>
              <a:chOff x="-66426" y="1151064"/>
              <a:chExt cx="299455" cy="545125"/>
            </a:xfrm>
          </p:grpSpPr>
          <p:grpSp>
            <p:nvGrpSpPr>
              <p:cNvPr id="2705" name="Google Shape;2705;p70"/>
              <p:cNvGrpSpPr/>
              <p:nvPr/>
            </p:nvGrpSpPr>
            <p:grpSpPr>
              <a:xfrm>
                <a:off x="-66426" y="1396564"/>
                <a:ext cx="299455" cy="299625"/>
                <a:chOff x="3678700" y="407275"/>
                <a:chExt cx="708100" cy="708500"/>
              </a:xfrm>
            </p:grpSpPr>
            <p:sp>
              <p:nvSpPr>
                <p:cNvPr id="2706" name="Google Shape;2706;p7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7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7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7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7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3" name="Google Shape;2713;p70"/>
              <p:cNvGrpSpPr/>
              <p:nvPr/>
            </p:nvGrpSpPr>
            <p:grpSpPr>
              <a:xfrm>
                <a:off x="-66426" y="1151064"/>
                <a:ext cx="299455" cy="299625"/>
                <a:chOff x="3678700" y="407275"/>
                <a:chExt cx="708100" cy="708500"/>
              </a:xfrm>
            </p:grpSpPr>
            <p:sp>
              <p:nvSpPr>
                <p:cNvPr id="2714" name="Google Shape;2714;p7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7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7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7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7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7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7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21" name="Google Shape;2721;p70"/>
            <p:cNvGrpSpPr/>
            <p:nvPr/>
          </p:nvGrpSpPr>
          <p:grpSpPr>
            <a:xfrm>
              <a:off x="-1089100" y="4894376"/>
              <a:ext cx="4558967" cy="134100"/>
              <a:chOff x="796100" y="3019701"/>
              <a:chExt cx="4558967" cy="134100"/>
            </a:xfrm>
          </p:grpSpPr>
          <p:sp>
            <p:nvSpPr>
              <p:cNvPr id="2722" name="Google Shape;2722;p7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23" name="Google Shape;2723;p7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724" name="Google Shape;2724;p7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725" name="Shape 2725"/>
        <p:cNvGrpSpPr/>
        <p:nvPr/>
      </p:nvGrpSpPr>
      <p:grpSpPr>
        <a:xfrm>
          <a:off x="0" y="0"/>
          <a:ext cx="0" cy="0"/>
          <a:chOff x="0" y="0"/>
          <a:chExt cx="0" cy="0"/>
        </a:xfrm>
      </p:grpSpPr>
      <p:sp>
        <p:nvSpPr>
          <p:cNvPr id="2726" name="Google Shape;2726;p71"/>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27" name="Google Shape;2727;p71"/>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728" name="Google Shape;2728;p71"/>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29" name="Google Shape;2729;p71"/>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730" name="Google Shape;2730;p71"/>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731" name="Google Shape;2731;p71"/>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732" name="Google Shape;2732;p71"/>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33" name="Google Shape;2733;p71"/>
          <p:cNvGrpSpPr/>
          <p:nvPr/>
        </p:nvGrpSpPr>
        <p:grpSpPr>
          <a:xfrm rot="5400000">
            <a:off x="8359950" y="-226050"/>
            <a:ext cx="439200" cy="439100"/>
            <a:chOff x="1101075" y="2142375"/>
            <a:chExt cx="439200" cy="439100"/>
          </a:xfrm>
        </p:grpSpPr>
        <p:sp>
          <p:nvSpPr>
            <p:cNvPr id="2734" name="Google Shape;2734;p7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6" name="Google Shape;2736;p71"/>
          <p:cNvGrpSpPr/>
          <p:nvPr/>
        </p:nvGrpSpPr>
        <p:grpSpPr>
          <a:xfrm>
            <a:off x="-903250" y="4838101"/>
            <a:ext cx="4558967" cy="134100"/>
            <a:chOff x="796100" y="3019701"/>
            <a:chExt cx="4558967" cy="134100"/>
          </a:xfrm>
        </p:grpSpPr>
        <p:sp>
          <p:nvSpPr>
            <p:cNvPr id="2737" name="Google Shape;2737;p7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38" name="Google Shape;2738;p7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739" name="Google Shape;2739;p7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740" name="Shape 2740"/>
        <p:cNvGrpSpPr/>
        <p:nvPr/>
      </p:nvGrpSpPr>
      <p:grpSpPr>
        <a:xfrm>
          <a:off x="0" y="0"/>
          <a:ext cx="0" cy="0"/>
          <a:chOff x="0" y="0"/>
          <a:chExt cx="0" cy="0"/>
        </a:xfrm>
      </p:grpSpPr>
      <p:sp>
        <p:nvSpPr>
          <p:cNvPr id="2741" name="Google Shape;2741;p72"/>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42" name="Google Shape;2742;p72"/>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6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2743" name="Google Shape;2743;p72"/>
          <p:cNvGrpSpPr/>
          <p:nvPr/>
        </p:nvGrpSpPr>
        <p:grpSpPr>
          <a:xfrm>
            <a:off x="-291585" y="-494819"/>
            <a:ext cx="1448824" cy="2238804"/>
            <a:chOff x="-308635" y="-494819"/>
            <a:chExt cx="1448824" cy="2238804"/>
          </a:xfrm>
        </p:grpSpPr>
        <p:grpSp>
          <p:nvGrpSpPr>
            <p:cNvPr id="2744" name="Google Shape;2744;p72"/>
            <p:cNvGrpSpPr/>
            <p:nvPr/>
          </p:nvGrpSpPr>
          <p:grpSpPr>
            <a:xfrm>
              <a:off x="-275757" y="-242066"/>
              <a:ext cx="981772" cy="1986051"/>
              <a:chOff x="-293545" y="3454371"/>
              <a:chExt cx="981772" cy="1986051"/>
            </a:xfrm>
          </p:grpSpPr>
          <p:sp>
            <p:nvSpPr>
              <p:cNvPr id="2745" name="Google Shape;2745;p7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7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47" name="Google Shape;2747;p72"/>
            <p:cNvGrpSpPr/>
            <p:nvPr/>
          </p:nvGrpSpPr>
          <p:grpSpPr>
            <a:xfrm>
              <a:off x="364499" y="794648"/>
              <a:ext cx="699940" cy="478601"/>
              <a:chOff x="39722" y="4349021"/>
              <a:chExt cx="1061964" cy="726143"/>
            </a:xfrm>
          </p:grpSpPr>
          <p:grpSp>
            <p:nvGrpSpPr>
              <p:cNvPr id="2748" name="Google Shape;2748;p72"/>
              <p:cNvGrpSpPr/>
              <p:nvPr/>
            </p:nvGrpSpPr>
            <p:grpSpPr>
              <a:xfrm rot="2700000">
                <a:off x="140502" y="4460924"/>
                <a:ext cx="524584" cy="502337"/>
                <a:chOff x="1189791" y="-1767331"/>
                <a:chExt cx="904284" cy="865933"/>
              </a:xfrm>
            </p:grpSpPr>
            <p:sp>
              <p:nvSpPr>
                <p:cNvPr id="2749" name="Google Shape;2749;p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0" name="Google Shape;2750;p72"/>
                <p:cNvGrpSpPr/>
                <p:nvPr/>
              </p:nvGrpSpPr>
              <p:grpSpPr>
                <a:xfrm>
                  <a:off x="1232795" y="-1740829"/>
                  <a:ext cx="717621" cy="717392"/>
                  <a:chOff x="1483457" y="3953671"/>
                  <a:chExt cx="717621" cy="717392"/>
                </a:xfrm>
              </p:grpSpPr>
              <p:sp>
                <p:nvSpPr>
                  <p:cNvPr id="2751" name="Google Shape;2751;p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56" name="Google Shape;2756;p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7" name="Google Shape;2757;p72"/>
            <p:cNvGrpSpPr/>
            <p:nvPr/>
          </p:nvGrpSpPr>
          <p:grpSpPr>
            <a:xfrm rot="-5400000">
              <a:off x="-460623" y="-342832"/>
              <a:ext cx="1351491" cy="1047516"/>
              <a:chOff x="-2460210" y="2758493"/>
              <a:chExt cx="1351491" cy="1047516"/>
            </a:xfrm>
          </p:grpSpPr>
          <p:sp>
            <p:nvSpPr>
              <p:cNvPr id="2758" name="Google Shape;2758;p7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7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2" name="Google Shape;2762;p72"/>
            <p:cNvGrpSpPr/>
            <p:nvPr/>
          </p:nvGrpSpPr>
          <p:grpSpPr>
            <a:xfrm>
              <a:off x="440249" y="455173"/>
              <a:ext cx="699940" cy="478601"/>
              <a:chOff x="39722" y="4349021"/>
              <a:chExt cx="1061964" cy="726143"/>
            </a:xfrm>
          </p:grpSpPr>
          <p:grpSp>
            <p:nvGrpSpPr>
              <p:cNvPr id="2763" name="Google Shape;2763;p72"/>
              <p:cNvGrpSpPr/>
              <p:nvPr/>
            </p:nvGrpSpPr>
            <p:grpSpPr>
              <a:xfrm rot="2700000">
                <a:off x="140502" y="4460924"/>
                <a:ext cx="524584" cy="502337"/>
                <a:chOff x="1189791" y="-1767331"/>
                <a:chExt cx="904284" cy="865933"/>
              </a:xfrm>
            </p:grpSpPr>
            <p:sp>
              <p:nvSpPr>
                <p:cNvPr id="2764" name="Google Shape;2764;p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5" name="Google Shape;2765;p72"/>
                <p:cNvGrpSpPr/>
                <p:nvPr/>
              </p:nvGrpSpPr>
              <p:grpSpPr>
                <a:xfrm>
                  <a:off x="1232795" y="-1740829"/>
                  <a:ext cx="717621" cy="717392"/>
                  <a:chOff x="1483457" y="3953671"/>
                  <a:chExt cx="717621" cy="717392"/>
                </a:xfrm>
              </p:grpSpPr>
              <p:sp>
                <p:nvSpPr>
                  <p:cNvPr id="2766" name="Google Shape;2766;p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71" name="Google Shape;2771;p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2" name="Google Shape;2772;p72"/>
            <p:cNvGrpSpPr/>
            <p:nvPr/>
          </p:nvGrpSpPr>
          <p:grpSpPr>
            <a:xfrm>
              <a:off x="-63826" y="511661"/>
              <a:ext cx="699940" cy="478601"/>
              <a:chOff x="39722" y="4349021"/>
              <a:chExt cx="1061964" cy="726143"/>
            </a:xfrm>
          </p:grpSpPr>
          <p:grpSp>
            <p:nvGrpSpPr>
              <p:cNvPr id="2773" name="Google Shape;2773;p72"/>
              <p:cNvGrpSpPr/>
              <p:nvPr/>
            </p:nvGrpSpPr>
            <p:grpSpPr>
              <a:xfrm rot="2700000">
                <a:off x="140502" y="4460924"/>
                <a:ext cx="524584" cy="502337"/>
                <a:chOff x="1189791" y="-1767331"/>
                <a:chExt cx="904284" cy="865933"/>
              </a:xfrm>
            </p:grpSpPr>
            <p:sp>
              <p:nvSpPr>
                <p:cNvPr id="2774" name="Google Shape;2774;p7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5" name="Google Shape;2775;p72"/>
                <p:cNvGrpSpPr/>
                <p:nvPr/>
              </p:nvGrpSpPr>
              <p:grpSpPr>
                <a:xfrm>
                  <a:off x="1232795" y="-1740829"/>
                  <a:ext cx="717621" cy="717392"/>
                  <a:chOff x="1483457" y="3953671"/>
                  <a:chExt cx="717621" cy="717392"/>
                </a:xfrm>
              </p:grpSpPr>
              <p:sp>
                <p:nvSpPr>
                  <p:cNvPr id="2776" name="Google Shape;2776;p7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7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7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7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7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781" name="Google Shape;2781;p7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82" name="Google Shape;2782;p72"/>
          <p:cNvGrpSpPr/>
          <p:nvPr/>
        </p:nvGrpSpPr>
        <p:grpSpPr>
          <a:xfrm>
            <a:off x="2659712" y="4275400"/>
            <a:ext cx="4952059" cy="2992224"/>
            <a:chOff x="2659712" y="4275400"/>
            <a:chExt cx="4952059" cy="2992224"/>
          </a:xfrm>
        </p:grpSpPr>
        <p:pic>
          <p:nvPicPr>
            <p:cNvPr id="2783" name="Google Shape;2783;p72"/>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2784" name="Google Shape;2784;p72"/>
            <p:cNvGrpSpPr/>
            <p:nvPr/>
          </p:nvGrpSpPr>
          <p:grpSpPr>
            <a:xfrm rot="-5400000">
              <a:off x="3258038" y="4413859"/>
              <a:ext cx="906953" cy="1517787"/>
              <a:chOff x="79748" y="2808602"/>
              <a:chExt cx="906953" cy="1517787"/>
            </a:xfrm>
          </p:grpSpPr>
          <p:sp>
            <p:nvSpPr>
              <p:cNvPr id="2785" name="Google Shape;2785;p72"/>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72"/>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2"/>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2"/>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9" name="Google Shape;2789;p72"/>
            <p:cNvGrpSpPr/>
            <p:nvPr/>
          </p:nvGrpSpPr>
          <p:grpSpPr>
            <a:xfrm rot="5400000">
              <a:off x="5484569" y="3756062"/>
              <a:ext cx="1421047" cy="2833357"/>
              <a:chOff x="334358" y="2186737"/>
              <a:chExt cx="1421047" cy="2833357"/>
            </a:xfrm>
          </p:grpSpPr>
          <p:sp>
            <p:nvSpPr>
              <p:cNvPr id="2790" name="Google Shape;2790;p72"/>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91" name="Google Shape;2791;p72"/>
              <p:cNvGrpSpPr/>
              <p:nvPr/>
            </p:nvGrpSpPr>
            <p:grpSpPr>
              <a:xfrm rot="5400000">
                <a:off x="1046250" y="3181856"/>
                <a:ext cx="161977" cy="161940"/>
                <a:chOff x="1101075" y="2142375"/>
                <a:chExt cx="439200" cy="439100"/>
              </a:xfrm>
            </p:grpSpPr>
            <p:sp>
              <p:nvSpPr>
                <p:cNvPr id="2792" name="Google Shape;2792;p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4" name="Google Shape;2794;p72"/>
              <p:cNvGrpSpPr/>
              <p:nvPr/>
            </p:nvGrpSpPr>
            <p:grpSpPr>
              <a:xfrm rot="-5400000">
                <a:off x="628029" y="4564272"/>
                <a:ext cx="161977" cy="161940"/>
                <a:chOff x="1101075" y="2142375"/>
                <a:chExt cx="439200" cy="439100"/>
              </a:xfrm>
            </p:grpSpPr>
            <p:sp>
              <p:nvSpPr>
                <p:cNvPr id="2795" name="Google Shape;2795;p7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7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2797" name="Google Shape;2797;p72"/>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98" name="Shape 2798"/>
        <p:cNvGrpSpPr/>
        <p:nvPr/>
      </p:nvGrpSpPr>
      <p:grpSpPr>
        <a:xfrm>
          <a:off x="0" y="0"/>
          <a:ext cx="0" cy="0"/>
          <a:chOff x="0" y="0"/>
          <a:chExt cx="0" cy="0"/>
        </a:xfrm>
      </p:grpSpPr>
      <p:grpSp>
        <p:nvGrpSpPr>
          <p:cNvPr id="2799" name="Google Shape;2799;p73"/>
          <p:cNvGrpSpPr/>
          <p:nvPr/>
        </p:nvGrpSpPr>
        <p:grpSpPr>
          <a:xfrm>
            <a:off x="-623241" y="3925887"/>
            <a:ext cx="2833357" cy="1517787"/>
            <a:chOff x="-623241" y="3849687"/>
            <a:chExt cx="2833357" cy="1517787"/>
          </a:xfrm>
        </p:grpSpPr>
        <p:grpSp>
          <p:nvGrpSpPr>
            <p:cNvPr id="2800" name="Google Shape;2800;p73"/>
            <p:cNvGrpSpPr/>
            <p:nvPr/>
          </p:nvGrpSpPr>
          <p:grpSpPr>
            <a:xfrm rot="5400000">
              <a:off x="-879113" y="4155104"/>
              <a:ext cx="1517787" cy="906953"/>
              <a:chOff x="-55500" y="4835979"/>
              <a:chExt cx="1517787" cy="906953"/>
            </a:xfrm>
          </p:grpSpPr>
          <p:sp>
            <p:nvSpPr>
              <p:cNvPr id="2801" name="Google Shape;2801;p7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7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7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5" name="Google Shape;2805;p73"/>
            <p:cNvGrpSpPr/>
            <p:nvPr/>
          </p:nvGrpSpPr>
          <p:grpSpPr>
            <a:xfrm>
              <a:off x="-623241" y="3946426"/>
              <a:ext cx="2833357" cy="1421047"/>
              <a:chOff x="-677366" y="4067276"/>
              <a:chExt cx="2833357" cy="1421047"/>
            </a:xfrm>
          </p:grpSpPr>
          <p:sp>
            <p:nvSpPr>
              <p:cNvPr id="2806" name="Google Shape;2806;p7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07" name="Google Shape;2807;p73"/>
              <p:cNvGrpSpPr/>
              <p:nvPr/>
            </p:nvGrpSpPr>
            <p:grpSpPr>
              <a:xfrm>
                <a:off x="317735" y="4614472"/>
                <a:ext cx="161977" cy="161940"/>
                <a:chOff x="1101075" y="2142375"/>
                <a:chExt cx="439200" cy="439100"/>
              </a:xfrm>
            </p:grpSpPr>
            <p:sp>
              <p:nvSpPr>
                <p:cNvPr id="2808" name="Google Shape;2808;p7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7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0" name="Google Shape;2810;p73"/>
              <p:cNvGrpSpPr/>
              <p:nvPr/>
            </p:nvGrpSpPr>
            <p:grpSpPr>
              <a:xfrm rot="10800000">
                <a:off x="1700151" y="5032693"/>
                <a:ext cx="161977" cy="161940"/>
                <a:chOff x="1101075" y="2142375"/>
                <a:chExt cx="439200" cy="439100"/>
              </a:xfrm>
            </p:grpSpPr>
            <p:sp>
              <p:nvSpPr>
                <p:cNvPr id="2811" name="Google Shape;2811;p7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13" name="Google Shape;2813;p73"/>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4" name="Google Shape;2814;p73"/>
          <p:cNvGrpSpPr/>
          <p:nvPr/>
        </p:nvGrpSpPr>
        <p:grpSpPr>
          <a:xfrm>
            <a:off x="6323925" y="-1678249"/>
            <a:ext cx="4189199" cy="3065874"/>
            <a:chOff x="6171525" y="-1678249"/>
            <a:chExt cx="4189199" cy="3065874"/>
          </a:xfrm>
        </p:grpSpPr>
        <p:sp>
          <p:nvSpPr>
            <p:cNvPr id="2815" name="Google Shape;2815;p73"/>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16" name="Google Shape;2816;p73"/>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2817" name="Google Shape;2817;p73"/>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18" name="Google Shape;2818;p73"/>
            <p:cNvGrpSpPr/>
            <p:nvPr/>
          </p:nvGrpSpPr>
          <p:grpSpPr>
            <a:xfrm rot="-2700000">
              <a:off x="8302147" y="61289"/>
              <a:ext cx="582044" cy="582419"/>
              <a:chOff x="959750" y="3039275"/>
              <a:chExt cx="582050" cy="582425"/>
            </a:xfrm>
          </p:grpSpPr>
          <p:sp>
            <p:nvSpPr>
              <p:cNvPr id="2819" name="Google Shape;2819;p7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7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7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7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7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7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7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6" name="Google Shape;2826;p73"/>
            <p:cNvGrpSpPr/>
            <p:nvPr/>
          </p:nvGrpSpPr>
          <p:grpSpPr>
            <a:xfrm rot="-2700000">
              <a:off x="8551447" y="61289"/>
              <a:ext cx="582044" cy="582419"/>
              <a:chOff x="959750" y="3039275"/>
              <a:chExt cx="582050" cy="582425"/>
            </a:xfrm>
          </p:grpSpPr>
          <p:sp>
            <p:nvSpPr>
              <p:cNvPr id="2827" name="Google Shape;2827;p7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7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7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7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7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7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7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34" name="Google Shape;2834;p73"/>
          <p:cNvGrpSpPr/>
          <p:nvPr/>
        </p:nvGrpSpPr>
        <p:grpSpPr>
          <a:xfrm rot="2700000">
            <a:off x="8945322" y="2352177"/>
            <a:ext cx="439196" cy="439096"/>
            <a:chOff x="1101075" y="2142375"/>
            <a:chExt cx="439200" cy="439100"/>
          </a:xfrm>
        </p:grpSpPr>
        <p:sp>
          <p:nvSpPr>
            <p:cNvPr id="2835" name="Google Shape;2835;p7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7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2837" name="Shape 2837"/>
        <p:cNvGrpSpPr/>
        <p:nvPr/>
      </p:nvGrpSpPr>
      <p:grpSpPr>
        <a:xfrm>
          <a:off x="0" y="0"/>
          <a:ext cx="0" cy="0"/>
          <a:chOff x="0" y="0"/>
          <a:chExt cx="0" cy="0"/>
        </a:xfrm>
      </p:grpSpPr>
      <p:grpSp>
        <p:nvGrpSpPr>
          <p:cNvPr id="2838" name="Google Shape;2838;p74"/>
          <p:cNvGrpSpPr/>
          <p:nvPr/>
        </p:nvGrpSpPr>
        <p:grpSpPr>
          <a:xfrm>
            <a:off x="8332551" y="-7"/>
            <a:ext cx="2386151" cy="3293873"/>
            <a:chOff x="8256351" y="-7"/>
            <a:chExt cx="2386151" cy="3293873"/>
          </a:xfrm>
        </p:grpSpPr>
        <p:pic>
          <p:nvPicPr>
            <p:cNvPr id="2839" name="Google Shape;2839;p74"/>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2840" name="Google Shape;2840;p74"/>
            <p:cNvGrpSpPr/>
            <p:nvPr/>
          </p:nvGrpSpPr>
          <p:grpSpPr>
            <a:xfrm rot="10800000">
              <a:off x="8452444" y="-7"/>
              <a:ext cx="325154" cy="1788670"/>
              <a:chOff x="8869019" y="-622132"/>
              <a:chExt cx="325154" cy="1788670"/>
            </a:xfrm>
          </p:grpSpPr>
          <p:sp>
            <p:nvSpPr>
              <p:cNvPr id="2841" name="Google Shape;2841;p74"/>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2" name="Google Shape;2842;p74"/>
              <p:cNvGrpSpPr/>
              <p:nvPr/>
            </p:nvGrpSpPr>
            <p:grpSpPr>
              <a:xfrm rot="1800062">
                <a:off x="9035610" y="1007995"/>
                <a:ext cx="134040" cy="134009"/>
                <a:chOff x="1101075" y="2142375"/>
                <a:chExt cx="439200" cy="439100"/>
              </a:xfrm>
            </p:grpSpPr>
            <p:sp>
              <p:nvSpPr>
                <p:cNvPr id="2843" name="Google Shape;2843;p7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7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845" name="Google Shape;2845;p74"/>
          <p:cNvGrpSpPr/>
          <p:nvPr/>
        </p:nvGrpSpPr>
        <p:grpSpPr>
          <a:xfrm>
            <a:off x="-213525" y="171225"/>
            <a:ext cx="439200" cy="439100"/>
            <a:chOff x="1101075" y="2142375"/>
            <a:chExt cx="439200" cy="439100"/>
          </a:xfrm>
        </p:grpSpPr>
        <p:sp>
          <p:nvSpPr>
            <p:cNvPr id="2846" name="Google Shape;2846;p7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7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48" name="Google Shape;2848;p74"/>
          <p:cNvGrpSpPr/>
          <p:nvPr/>
        </p:nvGrpSpPr>
        <p:grpSpPr>
          <a:xfrm>
            <a:off x="-1262974" y="3161328"/>
            <a:ext cx="4822591" cy="2934500"/>
            <a:chOff x="-1186774" y="3161328"/>
            <a:chExt cx="4822591" cy="2934500"/>
          </a:xfrm>
        </p:grpSpPr>
        <p:pic>
          <p:nvPicPr>
            <p:cNvPr id="2849" name="Google Shape;2849;p74"/>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2850" name="Google Shape;2850;p74"/>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1" name="Google Shape;2851;p74"/>
            <p:cNvGrpSpPr/>
            <p:nvPr/>
          </p:nvGrpSpPr>
          <p:grpSpPr>
            <a:xfrm>
              <a:off x="58899" y="4608583"/>
              <a:ext cx="604346" cy="657081"/>
              <a:chOff x="58899" y="4608583"/>
              <a:chExt cx="604346" cy="657081"/>
            </a:xfrm>
          </p:grpSpPr>
          <p:grpSp>
            <p:nvGrpSpPr>
              <p:cNvPr id="2852" name="Google Shape;2852;p74"/>
              <p:cNvGrpSpPr/>
              <p:nvPr/>
            </p:nvGrpSpPr>
            <p:grpSpPr>
              <a:xfrm rot="10800000">
                <a:off x="58899" y="4608583"/>
                <a:ext cx="328346" cy="328531"/>
                <a:chOff x="3678700" y="407275"/>
                <a:chExt cx="708100" cy="708500"/>
              </a:xfrm>
            </p:grpSpPr>
            <p:sp>
              <p:nvSpPr>
                <p:cNvPr id="2853" name="Google Shape;2853;p7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7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7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7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7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7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0" name="Google Shape;2860;p74"/>
              <p:cNvGrpSpPr/>
              <p:nvPr/>
            </p:nvGrpSpPr>
            <p:grpSpPr>
              <a:xfrm rot="10800000">
                <a:off x="334899" y="4608583"/>
                <a:ext cx="328346" cy="328531"/>
                <a:chOff x="3678700" y="407275"/>
                <a:chExt cx="708100" cy="708500"/>
              </a:xfrm>
            </p:grpSpPr>
            <p:sp>
              <p:nvSpPr>
                <p:cNvPr id="2861" name="Google Shape;2861;p7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7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7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7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7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7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7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8" name="Google Shape;2868;p74"/>
              <p:cNvGrpSpPr/>
              <p:nvPr/>
            </p:nvGrpSpPr>
            <p:grpSpPr>
              <a:xfrm rot="10800000">
                <a:off x="282574" y="4937133"/>
                <a:ext cx="328346" cy="328531"/>
                <a:chOff x="3678700" y="407275"/>
                <a:chExt cx="708100" cy="708500"/>
              </a:xfrm>
            </p:grpSpPr>
            <p:sp>
              <p:nvSpPr>
                <p:cNvPr id="2869" name="Google Shape;2869;p7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7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7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7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7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7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7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76" name="Google Shape;2876;p74"/>
            <p:cNvGrpSpPr/>
            <p:nvPr/>
          </p:nvGrpSpPr>
          <p:grpSpPr>
            <a:xfrm>
              <a:off x="-923150" y="4796551"/>
              <a:ext cx="4558967" cy="134100"/>
              <a:chOff x="796100" y="3019701"/>
              <a:chExt cx="4558967" cy="134100"/>
            </a:xfrm>
          </p:grpSpPr>
          <p:sp>
            <p:nvSpPr>
              <p:cNvPr id="2877" name="Google Shape;2877;p74"/>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78" name="Google Shape;2878;p74"/>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2879" name="Google Shape;2879;p74"/>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83" name="Shape 2883"/>
        <p:cNvGrpSpPr/>
        <p:nvPr/>
      </p:nvGrpSpPr>
      <p:grpSpPr>
        <a:xfrm>
          <a:off x="0" y="0"/>
          <a:ext cx="0" cy="0"/>
          <a:chOff x="0" y="0"/>
          <a:chExt cx="0" cy="0"/>
        </a:xfrm>
      </p:grpSpPr>
      <p:grpSp>
        <p:nvGrpSpPr>
          <p:cNvPr id="2884" name="Google Shape;2884;p76"/>
          <p:cNvGrpSpPr/>
          <p:nvPr/>
        </p:nvGrpSpPr>
        <p:grpSpPr>
          <a:xfrm>
            <a:off x="-3255180" y="-2900775"/>
            <a:ext cx="10039930" cy="6871129"/>
            <a:chOff x="-3102780" y="-2727750"/>
            <a:chExt cx="10039930" cy="6871129"/>
          </a:xfrm>
        </p:grpSpPr>
        <p:grpSp>
          <p:nvGrpSpPr>
            <p:cNvPr id="2885" name="Google Shape;2885;p76"/>
            <p:cNvGrpSpPr/>
            <p:nvPr/>
          </p:nvGrpSpPr>
          <p:grpSpPr>
            <a:xfrm rot="-7778255">
              <a:off x="-2414440" y="-1445047"/>
              <a:ext cx="5355679" cy="4305724"/>
              <a:chOff x="7103825" y="-713112"/>
              <a:chExt cx="3785226" cy="3043150"/>
            </a:xfrm>
          </p:grpSpPr>
          <p:sp>
            <p:nvSpPr>
              <p:cNvPr id="2886" name="Google Shape;2886;p7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87" name="Google Shape;2887;p76"/>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2888" name="Google Shape;2888;p76"/>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76"/>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6"/>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2891" name="Google Shape;2891;p76"/>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6"/>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3" name="Google Shape;2893;p76"/>
            <p:cNvGrpSpPr/>
            <p:nvPr/>
          </p:nvGrpSpPr>
          <p:grpSpPr>
            <a:xfrm flipH="1">
              <a:off x="4446909" y="391151"/>
              <a:ext cx="134044" cy="134013"/>
              <a:chOff x="1101075" y="2142375"/>
              <a:chExt cx="439200" cy="439100"/>
            </a:xfrm>
          </p:grpSpPr>
          <p:sp>
            <p:nvSpPr>
              <p:cNvPr id="2894" name="Google Shape;2894;p7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7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6" name="Google Shape;2896;p76"/>
            <p:cNvGrpSpPr/>
            <p:nvPr/>
          </p:nvGrpSpPr>
          <p:grpSpPr>
            <a:xfrm flipH="1">
              <a:off x="1373609" y="694563"/>
              <a:ext cx="134044" cy="134013"/>
              <a:chOff x="1101075" y="2142375"/>
              <a:chExt cx="439200" cy="439100"/>
            </a:xfrm>
          </p:grpSpPr>
          <p:sp>
            <p:nvSpPr>
              <p:cNvPr id="2897" name="Google Shape;2897;p7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7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9" name="Google Shape;2899;p76"/>
            <p:cNvGrpSpPr/>
            <p:nvPr/>
          </p:nvGrpSpPr>
          <p:grpSpPr>
            <a:xfrm flipH="1">
              <a:off x="1086834" y="957463"/>
              <a:ext cx="134044" cy="134013"/>
              <a:chOff x="1101075" y="2142375"/>
              <a:chExt cx="439200" cy="439100"/>
            </a:xfrm>
          </p:grpSpPr>
          <p:sp>
            <p:nvSpPr>
              <p:cNvPr id="2900" name="Google Shape;2900;p7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7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2" name="Google Shape;2902;p76"/>
            <p:cNvGrpSpPr/>
            <p:nvPr/>
          </p:nvGrpSpPr>
          <p:grpSpPr>
            <a:xfrm flipH="1">
              <a:off x="277709" y="957463"/>
              <a:ext cx="134044" cy="134013"/>
              <a:chOff x="1101075" y="2142375"/>
              <a:chExt cx="439200" cy="439100"/>
            </a:xfrm>
          </p:grpSpPr>
          <p:sp>
            <p:nvSpPr>
              <p:cNvPr id="2903" name="Google Shape;2903;p7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7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5" name="Google Shape;2905;p76"/>
            <p:cNvGrpSpPr/>
            <p:nvPr/>
          </p:nvGrpSpPr>
          <p:grpSpPr>
            <a:xfrm flipH="1">
              <a:off x="277709" y="640813"/>
              <a:ext cx="134044" cy="134013"/>
              <a:chOff x="1101075" y="2142375"/>
              <a:chExt cx="439200" cy="439100"/>
            </a:xfrm>
          </p:grpSpPr>
          <p:sp>
            <p:nvSpPr>
              <p:cNvPr id="2906" name="Google Shape;2906;p7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7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08" name="Google Shape;2908;p76"/>
          <p:cNvGrpSpPr/>
          <p:nvPr/>
        </p:nvGrpSpPr>
        <p:grpSpPr>
          <a:xfrm>
            <a:off x="6385735" y="3039700"/>
            <a:ext cx="3920501" cy="3213899"/>
            <a:chOff x="6309535" y="2842975"/>
            <a:chExt cx="3920501" cy="3213899"/>
          </a:xfrm>
        </p:grpSpPr>
        <p:pic>
          <p:nvPicPr>
            <p:cNvPr id="2909" name="Google Shape;2909;p76"/>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2910" name="Google Shape;2910;p76"/>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76"/>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12" name="Google Shape;2912;p76"/>
            <p:cNvGrpSpPr/>
            <p:nvPr/>
          </p:nvGrpSpPr>
          <p:grpSpPr>
            <a:xfrm>
              <a:off x="7280400" y="3719575"/>
              <a:ext cx="582050" cy="582425"/>
              <a:chOff x="959750" y="3039275"/>
              <a:chExt cx="582050" cy="582425"/>
            </a:xfrm>
          </p:grpSpPr>
          <p:sp>
            <p:nvSpPr>
              <p:cNvPr id="2913" name="Google Shape;2913;p7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7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7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7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7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7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7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0" name="Google Shape;2920;p76"/>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1" name="Google Shape;2921;p76"/>
            <p:cNvGrpSpPr/>
            <p:nvPr/>
          </p:nvGrpSpPr>
          <p:grpSpPr>
            <a:xfrm>
              <a:off x="8337812" y="3492483"/>
              <a:ext cx="699928" cy="1651024"/>
              <a:chOff x="8337812" y="3492483"/>
              <a:chExt cx="699928" cy="1651024"/>
            </a:xfrm>
          </p:grpSpPr>
          <p:sp>
            <p:nvSpPr>
              <p:cNvPr id="2922" name="Google Shape;2922;p76"/>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76"/>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76"/>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5" name="Google Shape;2925;p76"/>
            <p:cNvGrpSpPr/>
            <p:nvPr/>
          </p:nvGrpSpPr>
          <p:grpSpPr>
            <a:xfrm>
              <a:off x="7945225" y="4302000"/>
              <a:ext cx="904666" cy="726121"/>
              <a:chOff x="7945225" y="4302000"/>
              <a:chExt cx="904666" cy="726121"/>
            </a:xfrm>
          </p:grpSpPr>
          <p:sp>
            <p:nvSpPr>
              <p:cNvPr id="2926" name="Google Shape;2926;p7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7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7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29" name="Google Shape;2929;p76"/>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930" name="Google Shape;2930;p76"/>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931" name="Google Shape;2931;p76"/>
          <p:cNvGrpSpPr/>
          <p:nvPr/>
        </p:nvGrpSpPr>
        <p:grpSpPr>
          <a:xfrm>
            <a:off x="-309885" y="3617406"/>
            <a:ext cx="1448824" cy="2238804"/>
            <a:chOff x="-309885" y="3617406"/>
            <a:chExt cx="1448824" cy="2238804"/>
          </a:xfrm>
        </p:grpSpPr>
        <p:grpSp>
          <p:nvGrpSpPr>
            <p:cNvPr id="2932" name="Google Shape;2932;p76"/>
            <p:cNvGrpSpPr/>
            <p:nvPr/>
          </p:nvGrpSpPr>
          <p:grpSpPr>
            <a:xfrm>
              <a:off x="-277007" y="3870159"/>
              <a:ext cx="981772" cy="1986051"/>
              <a:chOff x="-293545" y="3454371"/>
              <a:chExt cx="981772" cy="1986051"/>
            </a:xfrm>
          </p:grpSpPr>
          <p:sp>
            <p:nvSpPr>
              <p:cNvPr id="2933" name="Google Shape;2933;p7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7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5" name="Google Shape;2935;p76"/>
            <p:cNvGrpSpPr/>
            <p:nvPr/>
          </p:nvGrpSpPr>
          <p:grpSpPr>
            <a:xfrm>
              <a:off x="363249" y="4906873"/>
              <a:ext cx="699940" cy="478601"/>
              <a:chOff x="39722" y="4349021"/>
              <a:chExt cx="1061964" cy="726143"/>
            </a:xfrm>
          </p:grpSpPr>
          <p:grpSp>
            <p:nvGrpSpPr>
              <p:cNvPr id="2936" name="Google Shape;2936;p76"/>
              <p:cNvGrpSpPr/>
              <p:nvPr/>
            </p:nvGrpSpPr>
            <p:grpSpPr>
              <a:xfrm rot="2700000">
                <a:off x="140502" y="4460924"/>
                <a:ext cx="524584" cy="502337"/>
                <a:chOff x="1189791" y="-1767331"/>
                <a:chExt cx="904284" cy="865933"/>
              </a:xfrm>
            </p:grpSpPr>
            <p:sp>
              <p:nvSpPr>
                <p:cNvPr id="2937" name="Google Shape;2937;p7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8" name="Google Shape;2938;p76"/>
                <p:cNvGrpSpPr/>
                <p:nvPr/>
              </p:nvGrpSpPr>
              <p:grpSpPr>
                <a:xfrm>
                  <a:off x="1232795" y="-1740829"/>
                  <a:ext cx="717621" cy="717392"/>
                  <a:chOff x="1483457" y="3953671"/>
                  <a:chExt cx="717621" cy="717392"/>
                </a:xfrm>
              </p:grpSpPr>
              <p:sp>
                <p:nvSpPr>
                  <p:cNvPr id="2939" name="Google Shape;2939;p7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7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7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7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7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4" name="Google Shape;2944;p7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5" name="Google Shape;2945;p76"/>
            <p:cNvGrpSpPr/>
            <p:nvPr/>
          </p:nvGrpSpPr>
          <p:grpSpPr>
            <a:xfrm rot="-5400000">
              <a:off x="-461873" y="3769393"/>
              <a:ext cx="1351491" cy="1047516"/>
              <a:chOff x="-2460210" y="2758493"/>
              <a:chExt cx="1351491" cy="1047516"/>
            </a:xfrm>
          </p:grpSpPr>
          <p:sp>
            <p:nvSpPr>
              <p:cNvPr id="2946" name="Google Shape;2946;p7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7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7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7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0" name="Google Shape;2950;p76"/>
            <p:cNvGrpSpPr/>
            <p:nvPr/>
          </p:nvGrpSpPr>
          <p:grpSpPr>
            <a:xfrm>
              <a:off x="438999" y="4567398"/>
              <a:ext cx="699940" cy="478601"/>
              <a:chOff x="39722" y="4349021"/>
              <a:chExt cx="1061964" cy="726143"/>
            </a:xfrm>
          </p:grpSpPr>
          <p:grpSp>
            <p:nvGrpSpPr>
              <p:cNvPr id="2951" name="Google Shape;2951;p76"/>
              <p:cNvGrpSpPr/>
              <p:nvPr/>
            </p:nvGrpSpPr>
            <p:grpSpPr>
              <a:xfrm rot="2700000">
                <a:off x="140502" y="4460924"/>
                <a:ext cx="524584" cy="502337"/>
                <a:chOff x="1189791" y="-1767331"/>
                <a:chExt cx="904284" cy="865933"/>
              </a:xfrm>
            </p:grpSpPr>
            <p:sp>
              <p:nvSpPr>
                <p:cNvPr id="2952" name="Google Shape;2952;p7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3" name="Google Shape;2953;p76"/>
                <p:cNvGrpSpPr/>
                <p:nvPr/>
              </p:nvGrpSpPr>
              <p:grpSpPr>
                <a:xfrm>
                  <a:off x="1232795" y="-1740829"/>
                  <a:ext cx="717621" cy="717392"/>
                  <a:chOff x="1483457" y="3953671"/>
                  <a:chExt cx="717621" cy="717392"/>
                </a:xfrm>
              </p:grpSpPr>
              <p:sp>
                <p:nvSpPr>
                  <p:cNvPr id="2954" name="Google Shape;2954;p7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7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7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7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7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59" name="Google Shape;2959;p7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0" name="Google Shape;2960;p76"/>
            <p:cNvGrpSpPr/>
            <p:nvPr/>
          </p:nvGrpSpPr>
          <p:grpSpPr>
            <a:xfrm>
              <a:off x="-65076" y="4623886"/>
              <a:ext cx="699940" cy="478601"/>
              <a:chOff x="39722" y="4349021"/>
              <a:chExt cx="1061964" cy="726143"/>
            </a:xfrm>
          </p:grpSpPr>
          <p:grpSp>
            <p:nvGrpSpPr>
              <p:cNvPr id="2961" name="Google Shape;2961;p76"/>
              <p:cNvGrpSpPr/>
              <p:nvPr/>
            </p:nvGrpSpPr>
            <p:grpSpPr>
              <a:xfrm rot="2700000">
                <a:off x="140502" y="4460924"/>
                <a:ext cx="524584" cy="502337"/>
                <a:chOff x="1189791" y="-1767331"/>
                <a:chExt cx="904284" cy="865933"/>
              </a:xfrm>
            </p:grpSpPr>
            <p:sp>
              <p:nvSpPr>
                <p:cNvPr id="2962" name="Google Shape;2962;p7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3" name="Google Shape;2963;p76"/>
                <p:cNvGrpSpPr/>
                <p:nvPr/>
              </p:nvGrpSpPr>
              <p:grpSpPr>
                <a:xfrm>
                  <a:off x="1232795" y="-1740829"/>
                  <a:ext cx="717621" cy="717392"/>
                  <a:chOff x="1483457" y="3953671"/>
                  <a:chExt cx="717621" cy="717392"/>
                </a:xfrm>
              </p:grpSpPr>
              <p:sp>
                <p:nvSpPr>
                  <p:cNvPr id="2964" name="Google Shape;2964;p7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7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7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7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7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69" name="Google Shape;2969;p7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70" name="Shape 2970"/>
        <p:cNvGrpSpPr/>
        <p:nvPr/>
      </p:nvGrpSpPr>
      <p:grpSpPr>
        <a:xfrm>
          <a:off x="0" y="0"/>
          <a:ext cx="0" cy="0"/>
          <a:chOff x="0" y="0"/>
          <a:chExt cx="0" cy="0"/>
        </a:xfrm>
      </p:grpSpPr>
      <p:sp>
        <p:nvSpPr>
          <p:cNvPr id="2971" name="Google Shape;2971;p77"/>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972" name="Google Shape;2972;p77"/>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200">
                <a:latin typeface="Poppins"/>
                <a:ea typeface="Poppins"/>
                <a:cs typeface="Poppins"/>
                <a:sym typeface="Poppins"/>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973" name="Google Shape;2973;p77"/>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974" name="Google Shape;2974;p77"/>
          <p:cNvGrpSpPr/>
          <p:nvPr/>
        </p:nvGrpSpPr>
        <p:grpSpPr>
          <a:xfrm>
            <a:off x="-539206" y="-1717975"/>
            <a:ext cx="4397193" cy="4171657"/>
            <a:chOff x="-494406" y="-1584825"/>
            <a:chExt cx="4397193" cy="4171657"/>
          </a:xfrm>
        </p:grpSpPr>
        <p:grpSp>
          <p:nvGrpSpPr>
            <p:cNvPr id="2975" name="Google Shape;2975;p77"/>
            <p:cNvGrpSpPr/>
            <p:nvPr/>
          </p:nvGrpSpPr>
          <p:grpSpPr>
            <a:xfrm>
              <a:off x="-494406" y="-252396"/>
              <a:ext cx="1741563" cy="1288563"/>
              <a:chOff x="-494406" y="-252396"/>
              <a:chExt cx="1741563" cy="1288563"/>
            </a:xfrm>
          </p:grpSpPr>
          <p:sp>
            <p:nvSpPr>
              <p:cNvPr id="2976" name="Google Shape;2976;p77"/>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77"/>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8" name="Google Shape;2978;p77"/>
            <p:cNvGrpSpPr/>
            <p:nvPr/>
          </p:nvGrpSpPr>
          <p:grpSpPr>
            <a:xfrm>
              <a:off x="245875" y="-51824"/>
              <a:ext cx="208200" cy="1824700"/>
              <a:chOff x="1040050" y="3812126"/>
              <a:chExt cx="208200" cy="1824700"/>
            </a:xfrm>
          </p:grpSpPr>
          <p:sp>
            <p:nvSpPr>
              <p:cNvPr id="2979" name="Google Shape;2979;p77"/>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77"/>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1" name="Google Shape;2981;p77"/>
            <p:cNvGrpSpPr/>
            <p:nvPr/>
          </p:nvGrpSpPr>
          <p:grpSpPr>
            <a:xfrm>
              <a:off x="441574" y="-36652"/>
              <a:ext cx="699940" cy="478601"/>
              <a:chOff x="39722" y="4349021"/>
              <a:chExt cx="1061964" cy="726143"/>
            </a:xfrm>
          </p:grpSpPr>
          <p:grpSp>
            <p:nvGrpSpPr>
              <p:cNvPr id="2982" name="Google Shape;2982;p77"/>
              <p:cNvGrpSpPr/>
              <p:nvPr/>
            </p:nvGrpSpPr>
            <p:grpSpPr>
              <a:xfrm rot="2700000">
                <a:off x="140502" y="4460924"/>
                <a:ext cx="524584" cy="502337"/>
                <a:chOff x="1189791" y="-1767331"/>
                <a:chExt cx="904284" cy="865933"/>
              </a:xfrm>
            </p:grpSpPr>
            <p:sp>
              <p:nvSpPr>
                <p:cNvPr id="2983" name="Google Shape;2983;p7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4" name="Google Shape;2984;p77"/>
                <p:cNvGrpSpPr/>
                <p:nvPr/>
              </p:nvGrpSpPr>
              <p:grpSpPr>
                <a:xfrm>
                  <a:off x="1232795" y="-1740829"/>
                  <a:ext cx="717621" cy="717392"/>
                  <a:chOff x="1483457" y="3953671"/>
                  <a:chExt cx="717621" cy="717392"/>
                </a:xfrm>
              </p:grpSpPr>
              <p:sp>
                <p:nvSpPr>
                  <p:cNvPr id="2985" name="Google Shape;2985;p7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7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7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7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7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90" name="Google Shape;2990;p7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1" name="Google Shape;2991;p77"/>
            <p:cNvGrpSpPr/>
            <p:nvPr/>
          </p:nvGrpSpPr>
          <p:grpSpPr>
            <a:xfrm>
              <a:off x="955673" y="11"/>
              <a:ext cx="592576" cy="405260"/>
              <a:chOff x="39722" y="4349021"/>
              <a:chExt cx="1061964" cy="726143"/>
            </a:xfrm>
          </p:grpSpPr>
          <p:grpSp>
            <p:nvGrpSpPr>
              <p:cNvPr id="2992" name="Google Shape;2992;p77"/>
              <p:cNvGrpSpPr/>
              <p:nvPr/>
            </p:nvGrpSpPr>
            <p:grpSpPr>
              <a:xfrm rot="2700000">
                <a:off x="140502" y="4460924"/>
                <a:ext cx="524584" cy="502337"/>
                <a:chOff x="1189791" y="-1767331"/>
                <a:chExt cx="904284" cy="865933"/>
              </a:xfrm>
            </p:grpSpPr>
            <p:sp>
              <p:nvSpPr>
                <p:cNvPr id="2993" name="Google Shape;2993;p7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4" name="Google Shape;2994;p77"/>
                <p:cNvGrpSpPr/>
                <p:nvPr/>
              </p:nvGrpSpPr>
              <p:grpSpPr>
                <a:xfrm>
                  <a:off x="1232795" y="-1740829"/>
                  <a:ext cx="717621" cy="717392"/>
                  <a:chOff x="1483457" y="3953671"/>
                  <a:chExt cx="717621" cy="717392"/>
                </a:xfrm>
              </p:grpSpPr>
              <p:sp>
                <p:nvSpPr>
                  <p:cNvPr id="2995" name="Google Shape;2995;p7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7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7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7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7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00" name="Google Shape;3000;p7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1" name="Google Shape;3001;p77"/>
            <p:cNvGrpSpPr/>
            <p:nvPr/>
          </p:nvGrpSpPr>
          <p:grpSpPr>
            <a:xfrm>
              <a:off x="-1" y="621223"/>
              <a:ext cx="699940" cy="478601"/>
              <a:chOff x="39722" y="4349021"/>
              <a:chExt cx="1061964" cy="726143"/>
            </a:xfrm>
          </p:grpSpPr>
          <p:grpSp>
            <p:nvGrpSpPr>
              <p:cNvPr id="3002" name="Google Shape;3002;p77"/>
              <p:cNvGrpSpPr/>
              <p:nvPr/>
            </p:nvGrpSpPr>
            <p:grpSpPr>
              <a:xfrm rot="2700000">
                <a:off x="140502" y="4460924"/>
                <a:ext cx="524584" cy="502337"/>
                <a:chOff x="1189791" y="-1767331"/>
                <a:chExt cx="904284" cy="865933"/>
              </a:xfrm>
            </p:grpSpPr>
            <p:sp>
              <p:nvSpPr>
                <p:cNvPr id="3003" name="Google Shape;3003;p7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4" name="Google Shape;3004;p77"/>
                <p:cNvGrpSpPr/>
                <p:nvPr/>
              </p:nvGrpSpPr>
              <p:grpSpPr>
                <a:xfrm>
                  <a:off x="1232795" y="-1740829"/>
                  <a:ext cx="717621" cy="717392"/>
                  <a:chOff x="1483457" y="3953671"/>
                  <a:chExt cx="717621" cy="717392"/>
                </a:xfrm>
              </p:grpSpPr>
              <p:sp>
                <p:nvSpPr>
                  <p:cNvPr id="3005" name="Google Shape;3005;p7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7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7" name="Google Shape;3007;p7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7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7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10" name="Google Shape;3010;p7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1" name="Google Shape;3011;p77"/>
            <p:cNvGrpSpPr/>
            <p:nvPr/>
          </p:nvGrpSpPr>
          <p:grpSpPr>
            <a:xfrm rot="-8100000">
              <a:off x="540898" y="-1172741"/>
              <a:ext cx="2552124" cy="3347490"/>
              <a:chOff x="2976325" y="908175"/>
              <a:chExt cx="4028179" cy="5283555"/>
            </a:xfrm>
          </p:grpSpPr>
          <p:sp>
            <p:nvSpPr>
              <p:cNvPr id="3012" name="Google Shape;3012;p7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7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7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5" name="Shape 3015"/>
        <p:cNvGrpSpPr/>
        <p:nvPr/>
      </p:nvGrpSpPr>
      <p:grpSpPr>
        <a:xfrm>
          <a:off x="0" y="0"/>
          <a:ext cx="0" cy="0"/>
          <a:chOff x="0" y="0"/>
          <a:chExt cx="0" cy="0"/>
        </a:xfrm>
      </p:grpSpPr>
      <p:sp>
        <p:nvSpPr>
          <p:cNvPr id="3016" name="Google Shape;3016;p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17" name="Google Shape;3017;p78"/>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434343"/>
              </a:buClr>
              <a:buSzPts val="1400"/>
              <a:buAutoNum type="arabicPeriod"/>
              <a:defRPr>
                <a:solidFill>
                  <a:srgbClr val="191919"/>
                </a:solidFill>
              </a:defRPr>
            </a:lvl1pPr>
            <a:lvl2pPr indent="-317500" lvl="1" marL="91440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3018" name="Google Shape;3018;p78"/>
          <p:cNvGrpSpPr/>
          <p:nvPr/>
        </p:nvGrpSpPr>
        <p:grpSpPr>
          <a:xfrm>
            <a:off x="7365150" y="-1147799"/>
            <a:ext cx="3733124" cy="6537004"/>
            <a:chOff x="7212750" y="-1147799"/>
            <a:chExt cx="3733124" cy="6537004"/>
          </a:xfrm>
        </p:grpSpPr>
        <p:pic>
          <p:nvPicPr>
            <p:cNvPr id="3019" name="Google Shape;3019;p78"/>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3020" name="Google Shape;3020;p78"/>
            <p:cNvGrpSpPr/>
            <p:nvPr/>
          </p:nvGrpSpPr>
          <p:grpSpPr>
            <a:xfrm>
              <a:off x="7392021" y="539499"/>
              <a:ext cx="1518472" cy="3030657"/>
              <a:chOff x="7785196" y="342199"/>
              <a:chExt cx="1518472" cy="3030657"/>
            </a:xfrm>
          </p:grpSpPr>
          <p:sp>
            <p:nvSpPr>
              <p:cNvPr id="3021" name="Google Shape;3021;p78"/>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78"/>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3" name="Google Shape;3023;p78"/>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4" name="Google Shape;3024;p78"/>
            <p:cNvGrpSpPr/>
            <p:nvPr/>
          </p:nvGrpSpPr>
          <p:grpSpPr>
            <a:xfrm>
              <a:off x="7740801" y="270000"/>
              <a:ext cx="3153315" cy="5119205"/>
              <a:chOff x="7740801" y="270000"/>
              <a:chExt cx="3153315" cy="5119205"/>
            </a:xfrm>
          </p:grpSpPr>
          <p:sp>
            <p:nvSpPr>
              <p:cNvPr id="3025" name="Google Shape;3025;p78"/>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6" name="Google Shape;3026;p78"/>
              <p:cNvGrpSpPr/>
              <p:nvPr/>
            </p:nvGrpSpPr>
            <p:grpSpPr>
              <a:xfrm>
                <a:off x="8192886" y="4736397"/>
                <a:ext cx="134004" cy="134004"/>
                <a:chOff x="8356813" y="1074288"/>
                <a:chExt cx="351900" cy="351900"/>
              </a:xfrm>
            </p:grpSpPr>
            <p:sp>
              <p:nvSpPr>
                <p:cNvPr id="3027" name="Google Shape;3027;p7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7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9" name="Google Shape;3029;p78"/>
              <p:cNvGrpSpPr/>
              <p:nvPr/>
            </p:nvGrpSpPr>
            <p:grpSpPr>
              <a:xfrm>
                <a:off x="8788211" y="3794722"/>
                <a:ext cx="134004" cy="134004"/>
                <a:chOff x="8356813" y="1074288"/>
                <a:chExt cx="351900" cy="351900"/>
              </a:xfrm>
            </p:grpSpPr>
            <p:sp>
              <p:nvSpPr>
                <p:cNvPr id="3030" name="Google Shape;3030;p7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7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2" name="Google Shape;3032;p78"/>
              <p:cNvGrpSpPr/>
              <p:nvPr/>
            </p:nvGrpSpPr>
            <p:grpSpPr>
              <a:xfrm>
                <a:off x="8654186" y="2424672"/>
                <a:ext cx="134004" cy="134004"/>
                <a:chOff x="8356813" y="1074288"/>
                <a:chExt cx="351900" cy="351900"/>
              </a:xfrm>
            </p:grpSpPr>
            <p:sp>
              <p:nvSpPr>
                <p:cNvPr id="3033" name="Google Shape;3033;p7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7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035" name="Google Shape;3035;p78"/>
          <p:cNvGrpSpPr/>
          <p:nvPr/>
        </p:nvGrpSpPr>
        <p:grpSpPr>
          <a:xfrm rot="-2529045">
            <a:off x="105741" y="3680210"/>
            <a:ext cx="591691" cy="2260270"/>
            <a:chOff x="-132364" y="1829399"/>
            <a:chExt cx="591677" cy="2260214"/>
          </a:xfrm>
        </p:grpSpPr>
        <p:sp>
          <p:nvSpPr>
            <p:cNvPr id="3036" name="Google Shape;3036;p78"/>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78"/>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8" name="Google Shape;3038;p78"/>
          <p:cNvGrpSpPr/>
          <p:nvPr/>
        </p:nvGrpSpPr>
        <p:grpSpPr>
          <a:xfrm>
            <a:off x="-520148" y="-573164"/>
            <a:ext cx="1502291" cy="2806842"/>
            <a:chOff x="-367748" y="-573164"/>
            <a:chExt cx="1502291" cy="2806842"/>
          </a:xfrm>
        </p:grpSpPr>
        <p:grpSp>
          <p:nvGrpSpPr>
            <p:cNvPr id="3039" name="Google Shape;3039;p78"/>
            <p:cNvGrpSpPr/>
            <p:nvPr/>
          </p:nvGrpSpPr>
          <p:grpSpPr>
            <a:xfrm rot="10800000">
              <a:off x="-191449" y="1507557"/>
              <a:ext cx="904666" cy="726121"/>
              <a:chOff x="7945225" y="4302000"/>
              <a:chExt cx="904666" cy="726121"/>
            </a:xfrm>
          </p:grpSpPr>
          <p:sp>
            <p:nvSpPr>
              <p:cNvPr id="3040" name="Google Shape;3040;p7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7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7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43" name="Google Shape;3043;p78"/>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78"/>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45" name="Google Shape;3045;p78"/>
            <p:cNvGrpSpPr/>
            <p:nvPr/>
          </p:nvGrpSpPr>
          <p:grpSpPr>
            <a:xfrm rot="10800000">
              <a:off x="-367748" y="-467133"/>
              <a:ext cx="699928" cy="1651024"/>
              <a:chOff x="8337812" y="3492483"/>
              <a:chExt cx="699928" cy="1651024"/>
            </a:xfrm>
          </p:grpSpPr>
          <p:sp>
            <p:nvSpPr>
              <p:cNvPr id="3046" name="Google Shape;3046;p78"/>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78"/>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78"/>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49" name="Shape 3049"/>
        <p:cNvGrpSpPr/>
        <p:nvPr/>
      </p:nvGrpSpPr>
      <p:grpSpPr>
        <a:xfrm>
          <a:off x="0" y="0"/>
          <a:ext cx="0" cy="0"/>
          <a:chOff x="0" y="0"/>
          <a:chExt cx="0" cy="0"/>
        </a:xfrm>
      </p:grpSpPr>
      <p:sp>
        <p:nvSpPr>
          <p:cNvPr id="3050" name="Google Shape;3050;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51" name="Google Shape;3051;p79"/>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052" name="Google Shape;3052;p79"/>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053" name="Google Shape;3053;p79"/>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054" name="Google Shape;3054;p79"/>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3055" name="Google Shape;3055;p79"/>
          <p:cNvGrpSpPr/>
          <p:nvPr/>
        </p:nvGrpSpPr>
        <p:grpSpPr>
          <a:xfrm>
            <a:off x="7579113" y="-890399"/>
            <a:ext cx="2898275" cy="3032950"/>
            <a:chOff x="7198113" y="-890399"/>
            <a:chExt cx="2898275" cy="3032950"/>
          </a:xfrm>
        </p:grpSpPr>
        <p:pic>
          <p:nvPicPr>
            <p:cNvPr id="3056" name="Google Shape;3056;p79"/>
            <p:cNvPicPr preferRelativeResize="0"/>
            <p:nvPr/>
          </p:nvPicPr>
          <p:blipFill rotWithShape="1">
            <a:blip r:embed="rId2">
              <a:alphaModFix/>
            </a:blip>
            <a:srcRect b="26177" l="16960" r="7121" t="24718"/>
            <a:stretch/>
          </p:blipFill>
          <p:spPr>
            <a:xfrm rot="-5400000">
              <a:off x="7130775" y="-823062"/>
              <a:ext cx="3032950" cy="2898275"/>
            </a:xfrm>
            <a:prstGeom prst="rect">
              <a:avLst/>
            </a:prstGeom>
            <a:noFill/>
            <a:ln>
              <a:noFill/>
            </a:ln>
          </p:spPr>
        </p:pic>
        <p:grpSp>
          <p:nvGrpSpPr>
            <p:cNvPr id="3057" name="Google Shape;3057;p79"/>
            <p:cNvGrpSpPr/>
            <p:nvPr/>
          </p:nvGrpSpPr>
          <p:grpSpPr>
            <a:xfrm>
              <a:off x="8319318" y="-249682"/>
              <a:ext cx="1460040" cy="1171886"/>
              <a:chOff x="7945225" y="4302000"/>
              <a:chExt cx="904666" cy="726121"/>
            </a:xfrm>
          </p:grpSpPr>
          <p:sp>
            <p:nvSpPr>
              <p:cNvPr id="3058" name="Google Shape;3058;p7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7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7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61" name="Google Shape;3061;p79"/>
          <p:cNvGrpSpPr/>
          <p:nvPr/>
        </p:nvGrpSpPr>
        <p:grpSpPr>
          <a:xfrm>
            <a:off x="-613920" y="3693606"/>
            <a:ext cx="2048057" cy="2238804"/>
            <a:chOff x="-461520" y="3617406"/>
            <a:chExt cx="2048057" cy="2238804"/>
          </a:xfrm>
        </p:grpSpPr>
        <p:grpSp>
          <p:nvGrpSpPr>
            <p:cNvPr id="3062" name="Google Shape;3062;p79"/>
            <p:cNvGrpSpPr/>
            <p:nvPr/>
          </p:nvGrpSpPr>
          <p:grpSpPr>
            <a:xfrm>
              <a:off x="-461520" y="3617406"/>
              <a:ext cx="1916534" cy="2238804"/>
              <a:chOff x="-461520" y="3617406"/>
              <a:chExt cx="1916534" cy="2238804"/>
            </a:xfrm>
          </p:grpSpPr>
          <p:grpSp>
            <p:nvGrpSpPr>
              <p:cNvPr id="3063" name="Google Shape;3063;p79"/>
              <p:cNvGrpSpPr/>
              <p:nvPr/>
            </p:nvGrpSpPr>
            <p:grpSpPr>
              <a:xfrm flipH="1">
                <a:off x="-461520" y="4010132"/>
                <a:ext cx="1916534" cy="1538287"/>
                <a:chOff x="7945225" y="4302000"/>
                <a:chExt cx="904666" cy="726121"/>
              </a:xfrm>
            </p:grpSpPr>
            <p:sp>
              <p:nvSpPr>
                <p:cNvPr id="3064" name="Google Shape;3064;p7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7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7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7" name="Google Shape;3067;p79"/>
              <p:cNvGrpSpPr/>
              <p:nvPr/>
            </p:nvGrpSpPr>
            <p:grpSpPr>
              <a:xfrm>
                <a:off x="-309885" y="3617406"/>
                <a:ext cx="1448824" cy="2238804"/>
                <a:chOff x="-309885" y="3617406"/>
                <a:chExt cx="1448824" cy="2238804"/>
              </a:xfrm>
            </p:grpSpPr>
            <p:grpSp>
              <p:nvGrpSpPr>
                <p:cNvPr id="3068" name="Google Shape;3068;p79"/>
                <p:cNvGrpSpPr/>
                <p:nvPr/>
              </p:nvGrpSpPr>
              <p:grpSpPr>
                <a:xfrm>
                  <a:off x="-277007" y="3870159"/>
                  <a:ext cx="981772" cy="1986051"/>
                  <a:chOff x="-293545" y="3454371"/>
                  <a:chExt cx="981772" cy="1986051"/>
                </a:xfrm>
              </p:grpSpPr>
              <p:sp>
                <p:nvSpPr>
                  <p:cNvPr id="3069" name="Google Shape;3069;p7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7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1" name="Google Shape;3071;p79"/>
                <p:cNvGrpSpPr/>
                <p:nvPr/>
              </p:nvGrpSpPr>
              <p:grpSpPr>
                <a:xfrm>
                  <a:off x="363249" y="4906873"/>
                  <a:ext cx="699940" cy="478601"/>
                  <a:chOff x="39722" y="4349021"/>
                  <a:chExt cx="1061964" cy="726143"/>
                </a:xfrm>
              </p:grpSpPr>
              <p:grpSp>
                <p:nvGrpSpPr>
                  <p:cNvPr id="3072" name="Google Shape;3072;p79"/>
                  <p:cNvGrpSpPr/>
                  <p:nvPr/>
                </p:nvGrpSpPr>
                <p:grpSpPr>
                  <a:xfrm rot="2700000">
                    <a:off x="140502" y="4460924"/>
                    <a:ext cx="524584" cy="502337"/>
                    <a:chOff x="1189791" y="-1767331"/>
                    <a:chExt cx="904284" cy="865933"/>
                  </a:xfrm>
                </p:grpSpPr>
                <p:sp>
                  <p:nvSpPr>
                    <p:cNvPr id="3073" name="Google Shape;3073;p7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4" name="Google Shape;3074;p79"/>
                    <p:cNvGrpSpPr/>
                    <p:nvPr/>
                  </p:nvGrpSpPr>
                  <p:grpSpPr>
                    <a:xfrm>
                      <a:off x="1232795" y="-1740829"/>
                      <a:ext cx="717621" cy="717392"/>
                      <a:chOff x="1483457" y="3953671"/>
                      <a:chExt cx="717621" cy="717392"/>
                    </a:xfrm>
                  </p:grpSpPr>
                  <p:sp>
                    <p:nvSpPr>
                      <p:cNvPr id="3075" name="Google Shape;3075;p7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7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7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7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7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0" name="Google Shape;3080;p7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1" name="Google Shape;3081;p79"/>
                <p:cNvGrpSpPr/>
                <p:nvPr/>
              </p:nvGrpSpPr>
              <p:grpSpPr>
                <a:xfrm rot="-5400000">
                  <a:off x="-461873" y="3769393"/>
                  <a:ext cx="1351491" cy="1047516"/>
                  <a:chOff x="-2460210" y="2758493"/>
                  <a:chExt cx="1351491" cy="1047516"/>
                </a:xfrm>
              </p:grpSpPr>
              <p:sp>
                <p:nvSpPr>
                  <p:cNvPr id="3082" name="Google Shape;3082;p7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7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7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7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86" name="Google Shape;3086;p79"/>
                <p:cNvGrpSpPr/>
                <p:nvPr/>
              </p:nvGrpSpPr>
              <p:grpSpPr>
                <a:xfrm>
                  <a:off x="438999" y="4567398"/>
                  <a:ext cx="699940" cy="478601"/>
                  <a:chOff x="39722" y="4349021"/>
                  <a:chExt cx="1061964" cy="726143"/>
                </a:xfrm>
              </p:grpSpPr>
              <p:grpSp>
                <p:nvGrpSpPr>
                  <p:cNvPr id="3087" name="Google Shape;3087;p79"/>
                  <p:cNvGrpSpPr/>
                  <p:nvPr/>
                </p:nvGrpSpPr>
                <p:grpSpPr>
                  <a:xfrm rot="2700000">
                    <a:off x="140502" y="4460924"/>
                    <a:ext cx="524584" cy="502337"/>
                    <a:chOff x="1189791" y="-1767331"/>
                    <a:chExt cx="904284" cy="865933"/>
                  </a:xfrm>
                </p:grpSpPr>
                <p:sp>
                  <p:nvSpPr>
                    <p:cNvPr id="3088" name="Google Shape;3088;p7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89" name="Google Shape;3089;p79"/>
                    <p:cNvGrpSpPr/>
                    <p:nvPr/>
                  </p:nvGrpSpPr>
                  <p:grpSpPr>
                    <a:xfrm>
                      <a:off x="1232795" y="-1740829"/>
                      <a:ext cx="717621" cy="717392"/>
                      <a:chOff x="1483457" y="3953671"/>
                      <a:chExt cx="717621" cy="717392"/>
                    </a:xfrm>
                  </p:grpSpPr>
                  <p:sp>
                    <p:nvSpPr>
                      <p:cNvPr id="3090" name="Google Shape;3090;p7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7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7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7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7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95" name="Google Shape;3095;p7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6" name="Google Shape;3096;p79"/>
                <p:cNvGrpSpPr/>
                <p:nvPr/>
              </p:nvGrpSpPr>
              <p:grpSpPr>
                <a:xfrm>
                  <a:off x="-65076" y="4623886"/>
                  <a:ext cx="699940" cy="478601"/>
                  <a:chOff x="39722" y="4349021"/>
                  <a:chExt cx="1061964" cy="726143"/>
                </a:xfrm>
              </p:grpSpPr>
              <p:grpSp>
                <p:nvGrpSpPr>
                  <p:cNvPr id="3097" name="Google Shape;3097;p79"/>
                  <p:cNvGrpSpPr/>
                  <p:nvPr/>
                </p:nvGrpSpPr>
                <p:grpSpPr>
                  <a:xfrm rot="2700000">
                    <a:off x="140502" y="4460924"/>
                    <a:ext cx="524584" cy="502337"/>
                    <a:chOff x="1189791" y="-1767331"/>
                    <a:chExt cx="904284" cy="865933"/>
                  </a:xfrm>
                </p:grpSpPr>
                <p:sp>
                  <p:nvSpPr>
                    <p:cNvPr id="3098" name="Google Shape;3098;p7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99" name="Google Shape;3099;p79"/>
                    <p:cNvGrpSpPr/>
                    <p:nvPr/>
                  </p:nvGrpSpPr>
                  <p:grpSpPr>
                    <a:xfrm>
                      <a:off x="1232795" y="-1740829"/>
                      <a:ext cx="717621" cy="717392"/>
                      <a:chOff x="1483457" y="3953671"/>
                      <a:chExt cx="717621" cy="717392"/>
                    </a:xfrm>
                  </p:grpSpPr>
                  <p:sp>
                    <p:nvSpPr>
                      <p:cNvPr id="3100" name="Google Shape;3100;p7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7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7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7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7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05" name="Google Shape;3105;p7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106" name="Google Shape;3106;p79"/>
            <p:cNvGrpSpPr/>
            <p:nvPr/>
          </p:nvGrpSpPr>
          <p:grpSpPr>
            <a:xfrm rot="5400000">
              <a:off x="1147388" y="4839000"/>
              <a:ext cx="439200" cy="439100"/>
              <a:chOff x="1101075" y="2142375"/>
              <a:chExt cx="439200" cy="439100"/>
            </a:xfrm>
          </p:grpSpPr>
          <p:sp>
            <p:nvSpPr>
              <p:cNvPr id="3107" name="Google Shape;3107;p7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7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09" name="Google Shape;3109;p79"/>
          <p:cNvGrpSpPr/>
          <p:nvPr/>
        </p:nvGrpSpPr>
        <p:grpSpPr>
          <a:xfrm>
            <a:off x="-2352525" y="-402069"/>
            <a:ext cx="5307515" cy="2438355"/>
            <a:chOff x="-2276325" y="-249669"/>
            <a:chExt cx="5307515" cy="2438355"/>
          </a:xfrm>
        </p:grpSpPr>
        <p:grpSp>
          <p:nvGrpSpPr>
            <p:cNvPr id="3110" name="Google Shape;3110;p79"/>
            <p:cNvGrpSpPr/>
            <p:nvPr/>
          </p:nvGrpSpPr>
          <p:grpSpPr>
            <a:xfrm rot="10800000">
              <a:off x="-1297788" y="-249669"/>
              <a:ext cx="2601921" cy="2438355"/>
              <a:chOff x="7340128" y="2866613"/>
              <a:chExt cx="2439225" cy="2438355"/>
            </a:xfrm>
          </p:grpSpPr>
          <p:sp>
            <p:nvSpPr>
              <p:cNvPr id="3111" name="Google Shape;3111;p79"/>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79"/>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3" name="Google Shape;3113;p79"/>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4" name="Google Shape;3114;p79"/>
            <p:cNvGrpSpPr/>
            <p:nvPr/>
          </p:nvGrpSpPr>
          <p:grpSpPr>
            <a:xfrm>
              <a:off x="-2276325" y="245976"/>
              <a:ext cx="4558967" cy="134100"/>
              <a:chOff x="796100" y="3019701"/>
              <a:chExt cx="4558967" cy="134100"/>
            </a:xfrm>
          </p:grpSpPr>
          <p:sp>
            <p:nvSpPr>
              <p:cNvPr id="3115" name="Google Shape;3115;p7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16" name="Google Shape;3116;p7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117" name="Google Shape;3117;p7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18" name="Google Shape;3118;p79"/>
          <p:cNvGrpSpPr/>
          <p:nvPr/>
        </p:nvGrpSpPr>
        <p:grpSpPr>
          <a:xfrm>
            <a:off x="6795100" y="3095213"/>
            <a:ext cx="4558967" cy="2438355"/>
            <a:chOff x="6490300" y="2866613"/>
            <a:chExt cx="4558967" cy="2438355"/>
          </a:xfrm>
        </p:grpSpPr>
        <p:grpSp>
          <p:nvGrpSpPr>
            <p:cNvPr id="3119" name="Google Shape;3119;p79"/>
            <p:cNvGrpSpPr/>
            <p:nvPr/>
          </p:nvGrpSpPr>
          <p:grpSpPr>
            <a:xfrm>
              <a:off x="7340128" y="2866613"/>
              <a:ext cx="2439225" cy="2438355"/>
              <a:chOff x="7340128" y="2866613"/>
              <a:chExt cx="2439225" cy="2438355"/>
            </a:xfrm>
          </p:grpSpPr>
          <p:sp>
            <p:nvSpPr>
              <p:cNvPr id="3120" name="Google Shape;3120;p79"/>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79"/>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2" name="Google Shape;3122;p79"/>
            <p:cNvGrpSpPr/>
            <p:nvPr/>
          </p:nvGrpSpPr>
          <p:grpSpPr>
            <a:xfrm rot="10800000">
              <a:off x="6490300" y="4774026"/>
              <a:ext cx="4558967" cy="134100"/>
              <a:chOff x="796100" y="3019701"/>
              <a:chExt cx="4558967" cy="134100"/>
            </a:xfrm>
          </p:grpSpPr>
          <p:sp>
            <p:nvSpPr>
              <p:cNvPr id="3123" name="Google Shape;3123;p7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24" name="Google Shape;3124;p7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125" name="Google Shape;3125;p7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26" name="Shape 3126"/>
        <p:cNvGrpSpPr/>
        <p:nvPr/>
      </p:nvGrpSpPr>
      <p:grpSpPr>
        <a:xfrm>
          <a:off x="0" y="0"/>
          <a:ext cx="0" cy="0"/>
          <a:chOff x="0" y="0"/>
          <a:chExt cx="0" cy="0"/>
        </a:xfrm>
      </p:grpSpPr>
      <p:grpSp>
        <p:nvGrpSpPr>
          <p:cNvPr id="3127" name="Google Shape;3127;p80"/>
          <p:cNvGrpSpPr/>
          <p:nvPr/>
        </p:nvGrpSpPr>
        <p:grpSpPr>
          <a:xfrm rot="-8100000">
            <a:off x="-1629951" y="-1138306"/>
            <a:ext cx="3785189" cy="3043121"/>
            <a:chOff x="7103825" y="-713112"/>
            <a:chExt cx="3785226" cy="3043150"/>
          </a:xfrm>
        </p:grpSpPr>
        <p:sp>
          <p:nvSpPr>
            <p:cNvPr id="3128" name="Google Shape;3128;p80"/>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9" name="Google Shape;3129;p80"/>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3130" name="Google Shape;3130;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131" name="Google Shape;3131;p80"/>
          <p:cNvGrpSpPr/>
          <p:nvPr/>
        </p:nvGrpSpPr>
        <p:grpSpPr>
          <a:xfrm>
            <a:off x="8106279" y="-844413"/>
            <a:ext cx="1791132" cy="2767833"/>
            <a:chOff x="8030079" y="-844413"/>
            <a:chExt cx="1791132" cy="2767833"/>
          </a:xfrm>
        </p:grpSpPr>
        <p:grpSp>
          <p:nvGrpSpPr>
            <p:cNvPr id="3132" name="Google Shape;3132;p80"/>
            <p:cNvGrpSpPr/>
            <p:nvPr/>
          </p:nvGrpSpPr>
          <p:grpSpPr>
            <a:xfrm rot="10800000">
              <a:off x="8566799" y="-844413"/>
              <a:ext cx="1213764" cy="2455355"/>
              <a:chOff x="-293545" y="3454371"/>
              <a:chExt cx="981772" cy="1986051"/>
            </a:xfrm>
          </p:grpSpPr>
          <p:sp>
            <p:nvSpPr>
              <p:cNvPr id="3133" name="Google Shape;3133;p80"/>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80"/>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5" name="Google Shape;3135;p80"/>
            <p:cNvGrpSpPr/>
            <p:nvPr/>
          </p:nvGrpSpPr>
          <p:grpSpPr>
            <a:xfrm rot="10800000">
              <a:off x="8123728" y="-262212"/>
              <a:ext cx="865288" cy="591661"/>
              <a:chOff x="39722" y="4349021"/>
              <a:chExt cx="1061964" cy="726143"/>
            </a:xfrm>
          </p:grpSpPr>
          <p:grpSp>
            <p:nvGrpSpPr>
              <p:cNvPr id="3136" name="Google Shape;3136;p80"/>
              <p:cNvGrpSpPr/>
              <p:nvPr/>
            </p:nvGrpSpPr>
            <p:grpSpPr>
              <a:xfrm rot="2700000">
                <a:off x="140502" y="4460924"/>
                <a:ext cx="524584" cy="502337"/>
                <a:chOff x="1189791" y="-1767331"/>
                <a:chExt cx="904284" cy="865933"/>
              </a:xfrm>
            </p:grpSpPr>
            <p:sp>
              <p:nvSpPr>
                <p:cNvPr id="3137" name="Google Shape;3137;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38" name="Google Shape;3138;p80"/>
                <p:cNvGrpSpPr/>
                <p:nvPr/>
              </p:nvGrpSpPr>
              <p:grpSpPr>
                <a:xfrm>
                  <a:off x="1232795" y="-1740829"/>
                  <a:ext cx="717621" cy="717392"/>
                  <a:chOff x="1483457" y="3953671"/>
                  <a:chExt cx="717621" cy="717392"/>
                </a:xfrm>
              </p:grpSpPr>
              <p:sp>
                <p:nvSpPr>
                  <p:cNvPr id="3139" name="Google Shape;3139;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44" name="Google Shape;3144;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5" name="Google Shape;3145;p80"/>
            <p:cNvGrpSpPr/>
            <p:nvPr/>
          </p:nvGrpSpPr>
          <p:grpSpPr>
            <a:xfrm rot="5400000">
              <a:off x="8338264" y="440474"/>
              <a:ext cx="1670849" cy="1295044"/>
              <a:chOff x="-2460210" y="2758493"/>
              <a:chExt cx="1351491" cy="1047516"/>
            </a:xfrm>
          </p:grpSpPr>
          <p:sp>
            <p:nvSpPr>
              <p:cNvPr id="3146" name="Google Shape;3146;p80"/>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80"/>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80"/>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80"/>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0" name="Google Shape;3150;p80"/>
            <p:cNvGrpSpPr/>
            <p:nvPr/>
          </p:nvGrpSpPr>
          <p:grpSpPr>
            <a:xfrm rot="10800000">
              <a:off x="8030079" y="157481"/>
              <a:ext cx="865288" cy="591661"/>
              <a:chOff x="39722" y="4349021"/>
              <a:chExt cx="1061964" cy="726143"/>
            </a:xfrm>
          </p:grpSpPr>
          <p:grpSp>
            <p:nvGrpSpPr>
              <p:cNvPr id="3151" name="Google Shape;3151;p80"/>
              <p:cNvGrpSpPr/>
              <p:nvPr/>
            </p:nvGrpSpPr>
            <p:grpSpPr>
              <a:xfrm rot="2700000">
                <a:off x="140502" y="4460924"/>
                <a:ext cx="524584" cy="502337"/>
                <a:chOff x="1189791" y="-1767331"/>
                <a:chExt cx="904284" cy="865933"/>
              </a:xfrm>
            </p:grpSpPr>
            <p:sp>
              <p:nvSpPr>
                <p:cNvPr id="3152" name="Google Shape;3152;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53" name="Google Shape;3153;p80"/>
                <p:cNvGrpSpPr/>
                <p:nvPr/>
              </p:nvGrpSpPr>
              <p:grpSpPr>
                <a:xfrm>
                  <a:off x="1232795" y="-1740829"/>
                  <a:ext cx="717621" cy="717392"/>
                  <a:chOff x="1483457" y="3953671"/>
                  <a:chExt cx="717621" cy="717392"/>
                </a:xfrm>
              </p:grpSpPr>
              <p:sp>
                <p:nvSpPr>
                  <p:cNvPr id="3154" name="Google Shape;3154;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59" name="Google Shape;3159;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0" name="Google Shape;3160;p80"/>
            <p:cNvGrpSpPr/>
            <p:nvPr/>
          </p:nvGrpSpPr>
          <p:grpSpPr>
            <a:xfrm rot="10800000">
              <a:off x="8653266" y="87645"/>
              <a:ext cx="865288" cy="591661"/>
              <a:chOff x="39722" y="4349021"/>
              <a:chExt cx="1061964" cy="726143"/>
            </a:xfrm>
          </p:grpSpPr>
          <p:grpSp>
            <p:nvGrpSpPr>
              <p:cNvPr id="3161" name="Google Shape;3161;p80"/>
              <p:cNvGrpSpPr/>
              <p:nvPr/>
            </p:nvGrpSpPr>
            <p:grpSpPr>
              <a:xfrm rot="2700000">
                <a:off x="140502" y="4460924"/>
                <a:ext cx="524584" cy="502337"/>
                <a:chOff x="1189791" y="-1767331"/>
                <a:chExt cx="904284" cy="865933"/>
              </a:xfrm>
            </p:grpSpPr>
            <p:sp>
              <p:nvSpPr>
                <p:cNvPr id="3162" name="Google Shape;3162;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63" name="Google Shape;3163;p80"/>
                <p:cNvGrpSpPr/>
                <p:nvPr/>
              </p:nvGrpSpPr>
              <p:grpSpPr>
                <a:xfrm>
                  <a:off x="1232795" y="-1740829"/>
                  <a:ext cx="717621" cy="717392"/>
                  <a:chOff x="1483457" y="3953671"/>
                  <a:chExt cx="717621" cy="717392"/>
                </a:xfrm>
              </p:grpSpPr>
              <p:sp>
                <p:nvSpPr>
                  <p:cNvPr id="3164" name="Google Shape;3164;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69" name="Google Shape;3169;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70" name="Google Shape;3170;p80"/>
          <p:cNvGrpSpPr/>
          <p:nvPr/>
        </p:nvGrpSpPr>
        <p:grpSpPr>
          <a:xfrm>
            <a:off x="-1499000" y="3182553"/>
            <a:ext cx="4558967" cy="3356863"/>
            <a:chOff x="-1422800" y="3106353"/>
            <a:chExt cx="4558967" cy="3356863"/>
          </a:xfrm>
        </p:grpSpPr>
        <p:grpSp>
          <p:nvGrpSpPr>
            <p:cNvPr id="3171" name="Google Shape;3171;p80"/>
            <p:cNvGrpSpPr/>
            <p:nvPr/>
          </p:nvGrpSpPr>
          <p:grpSpPr>
            <a:xfrm>
              <a:off x="-474664" y="3485331"/>
              <a:ext cx="1472068" cy="2977885"/>
              <a:chOff x="-293545" y="3454371"/>
              <a:chExt cx="981772" cy="1986051"/>
            </a:xfrm>
          </p:grpSpPr>
          <p:sp>
            <p:nvSpPr>
              <p:cNvPr id="3172" name="Google Shape;3172;p80"/>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80"/>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4" name="Google Shape;3174;p80"/>
            <p:cNvGrpSpPr/>
            <p:nvPr/>
          </p:nvGrpSpPr>
          <p:grpSpPr>
            <a:xfrm>
              <a:off x="485337" y="5039978"/>
              <a:ext cx="1049539" cy="717647"/>
              <a:chOff x="39722" y="4349021"/>
              <a:chExt cx="1061964" cy="726143"/>
            </a:xfrm>
          </p:grpSpPr>
          <p:grpSp>
            <p:nvGrpSpPr>
              <p:cNvPr id="3175" name="Google Shape;3175;p80"/>
              <p:cNvGrpSpPr/>
              <p:nvPr/>
            </p:nvGrpSpPr>
            <p:grpSpPr>
              <a:xfrm rot="2700000">
                <a:off x="140502" y="4460924"/>
                <a:ext cx="524584" cy="502337"/>
                <a:chOff x="1189791" y="-1767331"/>
                <a:chExt cx="904284" cy="865933"/>
              </a:xfrm>
            </p:grpSpPr>
            <p:sp>
              <p:nvSpPr>
                <p:cNvPr id="3176" name="Google Shape;3176;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7" name="Google Shape;3177;p80"/>
                <p:cNvGrpSpPr/>
                <p:nvPr/>
              </p:nvGrpSpPr>
              <p:grpSpPr>
                <a:xfrm>
                  <a:off x="1232795" y="-1740829"/>
                  <a:ext cx="717621" cy="717392"/>
                  <a:chOff x="1483457" y="3953671"/>
                  <a:chExt cx="717621" cy="717392"/>
                </a:xfrm>
              </p:grpSpPr>
              <p:sp>
                <p:nvSpPr>
                  <p:cNvPr id="3178" name="Google Shape;3178;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83" name="Google Shape;3183;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4" name="Google Shape;3184;p80"/>
            <p:cNvGrpSpPr/>
            <p:nvPr/>
          </p:nvGrpSpPr>
          <p:grpSpPr>
            <a:xfrm rot="5400000">
              <a:off x="-645364" y="3334243"/>
              <a:ext cx="2026426" cy="1570646"/>
              <a:chOff x="-2460210" y="2758493"/>
              <a:chExt cx="1351491" cy="1047516"/>
            </a:xfrm>
          </p:grpSpPr>
          <p:sp>
            <p:nvSpPr>
              <p:cNvPr id="3185" name="Google Shape;3185;p80"/>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80"/>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80"/>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80"/>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9" name="Google Shape;3189;p80"/>
            <p:cNvGrpSpPr/>
            <p:nvPr/>
          </p:nvGrpSpPr>
          <p:grpSpPr>
            <a:xfrm>
              <a:off x="598917" y="4530969"/>
              <a:ext cx="1049539" cy="717647"/>
              <a:chOff x="39722" y="4349021"/>
              <a:chExt cx="1061964" cy="726143"/>
            </a:xfrm>
          </p:grpSpPr>
          <p:grpSp>
            <p:nvGrpSpPr>
              <p:cNvPr id="3190" name="Google Shape;3190;p80"/>
              <p:cNvGrpSpPr/>
              <p:nvPr/>
            </p:nvGrpSpPr>
            <p:grpSpPr>
              <a:xfrm rot="2700000">
                <a:off x="140502" y="4460924"/>
                <a:ext cx="524584" cy="502337"/>
                <a:chOff x="1189791" y="-1767331"/>
                <a:chExt cx="904284" cy="865933"/>
              </a:xfrm>
            </p:grpSpPr>
            <p:sp>
              <p:nvSpPr>
                <p:cNvPr id="3191" name="Google Shape;3191;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92" name="Google Shape;3192;p80"/>
                <p:cNvGrpSpPr/>
                <p:nvPr/>
              </p:nvGrpSpPr>
              <p:grpSpPr>
                <a:xfrm>
                  <a:off x="1232795" y="-1740829"/>
                  <a:ext cx="717621" cy="717392"/>
                  <a:chOff x="1483457" y="3953671"/>
                  <a:chExt cx="717621" cy="717392"/>
                </a:xfrm>
              </p:grpSpPr>
              <p:sp>
                <p:nvSpPr>
                  <p:cNvPr id="3193" name="Google Shape;3193;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98" name="Google Shape;3198;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9" name="Google Shape;3199;p80"/>
            <p:cNvGrpSpPr/>
            <p:nvPr/>
          </p:nvGrpSpPr>
          <p:grpSpPr>
            <a:xfrm>
              <a:off x="-156893" y="4615667"/>
              <a:ext cx="1049539" cy="717647"/>
              <a:chOff x="39722" y="4349021"/>
              <a:chExt cx="1061964" cy="726143"/>
            </a:xfrm>
          </p:grpSpPr>
          <p:grpSp>
            <p:nvGrpSpPr>
              <p:cNvPr id="3200" name="Google Shape;3200;p80"/>
              <p:cNvGrpSpPr/>
              <p:nvPr/>
            </p:nvGrpSpPr>
            <p:grpSpPr>
              <a:xfrm rot="2700000">
                <a:off x="140502" y="4460924"/>
                <a:ext cx="524584" cy="502337"/>
                <a:chOff x="1189791" y="-1767331"/>
                <a:chExt cx="904284" cy="865933"/>
              </a:xfrm>
            </p:grpSpPr>
            <p:sp>
              <p:nvSpPr>
                <p:cNvPr id="3201" name="Google Shape;3201;p8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2" name="Google Shape;3202;p80"/>
                <p:cNvGrpSpPr/>
                <p:nvPr/>
              </p:nvGrpSpPr>
              <p:grpSpPr>
                <a:xfrm>
                  <a:off x="1232795" y="-1740829"/>
                  <a:ext cx="717621" cy="717392"/>
                  <a:chOff x="1483457" y="3953671"/>
                  <a:chExt cx="717621" cy="717392"/>
                </a:xfrm>
              </p:grpSpPr>
              <p:sp>
                <p:nvSpPr>
                  <p:cNvPr id="3203" name="Google Shape;3203;p8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8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8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8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8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08" name="Google Shape;3208;p8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9" name="Google Shape;3209;p80"/>
            <p:cNvGrpSpPr/>
            <p:nvPr/>
          </p:nvGrpSpPr>
          <p:grpSpPr>
            <a:xfrm>
              <a:off x="-1422800" y="4822751"/>
              <a:ext cx="4558967" cy="134100"/>
              <a:chOff x="796100" y="3019701"/>
              <a:chExt cx="4558967" cy="134100"/>
            </a:xfrm>
          </p:grpSpPr>
          <p:sp>
            <p:nvSpPr>
              <p:cNvPr id="3210" name="Google Shape;3210;p8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11" name="Google Shape;3211;p8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212" name="Google Shape;3212;p8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13" name="Shape 3213"/>
        <p:cNvGrpSpPr/>
        <p:nvPr/>
      </p:nvGrpSpPr>
      <p:grpSpPr>
        <a:xfrm>
          <a:off x="0" y="0"/>
          <a:ext cx="0" cy="0"/>
          <a:chOff x="0" y="0"/>
          <a:chExt cx="0" cy="0"/>
        </a:xfrm>
      </p:grpSpPr>
      <p:sp>
        <p:nvSpPr>
          <p:cNvPr id="3214" name="Google Shape;3214;p81"/>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a:spcBef>
                <a:spcPts val="0"/>
              </a:spcBef>
              <a:spcAft>
                <a:spcPts val="0"/>
              </a:spcAft>
              <a:buSzPts val="1400"/>
              <a:buAutoNum type="arabicPeriod"/>
              <a:defRPr sz="1400"/>
            </a:lvl1pPr>
            <a:lvl2pPr lvl="1">
              <a:lnSpc>
                <a:spcPct val="100000"/>
              </a:lnSpc>
              <a:spcBef>
                <a:spcPts val="0"/>
              </a:spcBef>
              <a:spcAft>
                <a:spcPts val="0"/>
              </a:spcAft>
              <a:buClr>
                <a:srgbClr val="999999"/>
              </a:buClr>
              <a:buSzPts val="800"/>
              <a:buFont typeface="Open Sans"/>
              <a:buAutoNum type="alphaLcPeriod"/>
              <a:defRPr/>
            </a:lvl2pPr>
            <a:lvl3pPr lvl="2">
              <a:lnSpc>
                <a:spcPct val="100000"/>
              </a:lnSpc>
              <a:spcBef>
                <a:spcPts val="0"/>
              </a:spcBef>
              <a:spcAft>
                <a:spcPts val="0"/>
              </a:spcAft>
              <a:buClr>
                <a:srgbClr val="999999"/>
              </a:buClr>
              <a:buSzPts val="800"/>
              <a:buFont typeface="Open Sans"/>
              <a:buAutoNum type="romanLcPeriod"/>
              <a:defRPr/>
            </a:lvl3pPr>
            <a:lvl4pPr lvl="3">
              <a:lnSpc>
                <a:spcPct val="100000"/>
              </a:lnSpc>
              <a:spcBef>
                <a:spcPts val="0"/>
              </a:spcBef>
              <a:spcAft>
                <a:spcPts val="0"/>
              </a:spcAft>
              <a:buClr>
                <a:srgbClr val="999999"/>
              </a:buClr>
              <a:buSzPts val="800"/>
              <a:buFont typeface="Open Sans"/>
              <a:buAutoNum type="arabicPeriod"/>
              <a:defRPr/>
            </a:lvl4pPr>
            <a:lvl5pPr lvl="4">
              <a:lnSpc>
                <a:spcPct val="100000"/>
              </a:lnSpc>
              <a:spcBef>
                <a:spcPts val="0"/>
              </a:spcBef>
              <a:spcAft>
                <a:spcPts val="0"/>
              </a:spcAft>
              <a:buClr>
                <a:srgbClr val="999999"/>
              </a:buClr>
              <a:buSzPts val="1200"/>
              <a:buFont typeface="Open Sans"/>
              <a:buAutoNum type="alphaLcPeriod"/>
              <a:defRPr/>
            </a:lvl5pPr>
            <a:lvl6pPr lvl="5">
              <a:lnSpc>
                <a:spcPct val="100000"/>
              </a:lnSpc>
              <a:spcBef>
                <a:spcPts val="0"/>
              </a:spcBef>
              <a:spcAft>
                <a:spcPts val="0"/>
              </a:spcAft>
              <a:buClr>
                <a:srgbClr val="999999"/>
              </a:buClr>
              <a:buSzPts val="1200"/>
              <a:buFont typeface="Open Sans"/>
              <a:buAutoNum type="romanLcPeriod"/>
              <a:defRPr/>
            </a:lvl6pPr>
            <a:lvl7pPr lvl="6">
              <a:lnSpc>
                <a:spcPct val="100000"/>
              </a:lnSpc>
              <a:spcBef>
                <a:spcPts val="0"/>
              </a:spcBef>
              <a:spcAft>
                <a:spcPts val="0"/>
              </a:spcAft>
              <a:buClr>
                <a:srgbClr val="999999"/>
              </a:buClr>
              <a:buSzPts val="700"/>
              <a:buFont typeface="Open Sans"/>
              <a:buAutoNum type="arabicPeriod"/>
              <a:defRPr/>
            </a:lvl7pPr>
            <a:lvl8pPr lvl="7">
              <a:lnSpc>
                <a:spcPct val="100000"/>
              </a:lnSpc>
              <a:spcBef>
                <a:spcPts val="0"/>
              </a:spcBef>
              <a:spcAft>
                <a:spcPts val="0"/>
              </a:spcAft>
              <a:buClr>
                <a:srgbClr val="999999"/>
              </a:buClr>
              <a:buSzPts val="700"/>
              <a:buFont typeface="Open Sans"/>
              <a:buAutoNum type="alphaLcPeriod"/>
              <a:defRPr/>
            </a:lvl8pPr>
            <a:lvl9pPr lvl="8">
              <a:lnSpc>
                <a:spcPct val="100000"/>
              </a:lnSpc>
              <a:spcBef>
                <a:spcPts val="0"/>
              </a:spcBef>
              <a:spcAft>
                <a:spcPts val="0"/>
              </a:spcAft>
              <a:buClr>
                <a:srgbClr val="999999"/>
              </a:buClr>
              <a:buSzPts val="600"/>
              <a:buFont typeface="Open Sans"/>
              <a:buAutoNum type="romanLcPeriod"/>
              <a:defRPr/>
            </a:lvl9pPr>
          </a:lstStyle>
          <a:p/>
        </p:txBody>
      </p:sp>
      <p:sp>
        <p:nvSpPr>
          <p:cNvPr id="3215" name="Google Shape;3215;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3216" name="Google Shape;3216;p81"/>
          <p:cNvGrpSpPr/>
          <p:nvPr/>
        </p:nvGrpSpPr>
        <p:grpSpPr>
          <a:xfrm>
            <a:off x="8934675" y="3943438"/>
            <a:ext cx="439200" cy="439100"/>
            <a:chOff x="1101075" y="2142375"/>
            <a:chExt cx="439200" cy="439100"/>
          </a:xfrm>
        </p:grpSpPr>
        <p:sp>
          <p:nvSpPr>
            <p:cNvPr id="3217" name="Google Shape;3217;p8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8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9" name="Google Shape;3219;p81"/>
          <p:cNvGrpSpPr/>
          <p:nvPr/>
        </p:nvGrpSpPr>
        <p:grpSpPr>
          <a:xfrm>
            <a:off x="5481594" y="-3117615"/>
            <a:ext cx="5954334" cy="6142759"/>
            <a:chOff x="5329194" y="-2965215"/>
            <a:chExt cx="5954334" cy="6142759"/>
          </a:xfrm>
        </p:grpSpPr>
        <p:sp>
          <p:nvSpPr>
            <p:cNvPr id="3220" name="Google Shape;3220;p81"/>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81"/>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2" name="Google Shape;3222;p81"/>
            <p:cNvGrpSpPr/>
            <p:nvPr/>
          </p:nvGrpSpPr>
          <p:grpSpPr>
            <a:xfrm rot="10800000">
              <a:off x="5710125" y="185651"/>
              <a:ext cx="4558967" cy="134100"/>
              <a:chOff x="796100" y="3019701"/>
              <a:chExt cx="4558967" cy="134100"/>
            </a:xfrm>
          </p:grpSpPr>
          <p:sp>
            <p:nvSpPr>
              <p:cNvPr id="3223" name="Google Shape;3223;p8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4" name="Google Shape;3224;p8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225" name="Google Shape;3225;p8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26" name="Google Shape;3226;p81"/>
          <p:cNvGrpSpPr/>
          <p:nvPr/>
        </p:nvGrpSpPr>
        <p:grpSpPr>
          <a:xfrm flipH="1">
            <a:off x="-503516" y="3986929"/>
            <a:ext cx="5249359" cy="2992224"/>
            <a:chOff x="-258616" y="3430829"/>
            <a:chExt cx="5249359" cy="2992224"/>
          </a:xfrm>
        </p:grpSpPr>
        <p:pic>
          <p:nvPicPr>
            <p:cNvPr id="3227" name="Google Shape;3227;p81"/>
            <p:cNvPicPr preferRelativeResize="0"/>
            <p:nvPr/>
          </p:nvPicPr>
          <p:blipFill rotWithShape="1">
            <a:blip r:embed="rId2">
              <a:alphaModFix/>
            </a:blip>
            <a:srcRect b="26177" l="16960" r="7121" t="24718"/>
            <a:stretch/>
          </p:blipFill>
          <p:spPr>
            <a:xfrm>
              <a:off x="1070243" y="3430829"/>
              <a:ext cx="3920501" cy="2992224"/>
            </a:xfrm>
            <a:prstGeom prst="rect">
              <a:avLst/>
            </a:prstGeom>
            <a:noFill/>
            <a:ln>
              <a:noFill/>
            </a:ln>
          </p:spPr>
        </p:pic>
        <p:sp>
          <p:nvSpPr>
            <p:cNvPr id="3228" name="Google Shape;3228;p81"/>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81"/>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81"/>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81"/>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81"/>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3" name="Google Shape;3233;p81"/>
            <p:cNvGrpSpPr/>
            <p:nvPr/>
          </p:nvGrpSpPr>
          <p:grpSpPr>
            <a:xfrm>
              <a:off x="736485" y="4387072"/>
              <a:ext cx="161977" cy="161940"/>
              <a:chOff x="1101075" y="2142375"/>
              <a:chExt cx="439200" cy="439100"/>
            </a:xfrm>
          </p:grpSpPr>
          <p:sp>
            <p:nvSpPr>
              <p:cNvPr id="3234" name="Google Shape;3234;p8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8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6" name="Google Shape;3236;p81"/>
            <p:cNvGrpSpPr/>
            <p:nvPr/>
          </p:nvGrpSpPr>
          <p:grpSpPr>
            <a:xfrm rot="10800000">
              <a:off x="2118901" y="4805293"/>
              <a:ext cx="161977" cy="161940"/>
              <a:chOff x="1101075" y="2142375"/>
              <a:chExt cx="439200" cy="439100"/>
            </a:xfrm>
          </p:grpSpPr>
          <p:sp>
            <p:nvSpPr>
              <p:cNvPr id="3237" name="Google Shape;3237;p8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8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39" name="Shape 3239"/>
        <p:cNvGrpSpPr/>
        <p:nvPr/>
      </p:nvGrpSpPr>
      <p:grpSpPr>
        <a:xfrm>
          <a:off x="0" y="0"/>
          <a:ext cx="0" cy="0"/>
          <a:chOff x="0" y="0"/>
          <a:chExt cx="0" cy="0"/>
        </a:xfrm>
      </p:grpSpPr>
      <p:sp>
        <p:nvSpPr>
          <p:cNvPr id="3240" name="Google Shape;3240;p82"/>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241" name="Google Shape;3241;p82"/>
          <p:cNvGrpSpPr/>
          <p:nvPr/>
        </p:nvGrpSpPr>
        <p:grpSpPr>
          <a:xfrm>
            <a:off x="6475811" y="-1541623"/>
            <a:ext cx="2583360" cy="2409685"/>
            <a:chOff x="6475811" y="-1541623"/>
            <a:chExt cx="2583360" cy="2409685"/>
          </a:xfrm>
        </p:grpSpPr>
        <p:grpSp>
          <p:nvGrpSpPr>
            <p:cNvPr id="3242" name="Google Shape;3242;p82"/>
            <p:cNvGrpSpPr/>
            <p:nvPr/>
          </p:nvGrpSpPr>
          <p:grpSpPr>
            <a:xfrm rot="-5400000">
              <a:off x="5879041" y="-944853"/>
              <a:ext cx="2133442" cy="939904"/>
              <a:chOff x="-149984" y="3754784"/>
              <a:chExt cx="2133442" cy="939904"/>
            </a:xfrm>
          </p:grpSpPr>
          <p:sp>
            <p:nvSpPr>
              <p:cNvPr id="3243" name="Google Shape;3243;p82"/>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82"/>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5" name="Google Shape;3245;p82"/>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82"/>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47" name="Google Shape;3247;p82"/>
            <p:cNvGrpSpPr/>
            <p:nvPr/>
          </p:nvGrpSpPr>
          <p:grpSpPr>
            <a:xfrm>
              <a:off x="7741638" y="-258450"/>
              <a:ext cx="439200" cy="439100"/>
              <a:chOff x="1101075" y="2142375"/>
              <a:chExt cx="439200" cy="439100"/>
            </a:xfrm>
          </p:grpSpPr>
          <p:sp>
            <p:nvSpPr>
              <p:cNvPr id="3248" name="Google Shape;3248;p8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8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50" name="Shape 3250"/>
        <p:cNvGrpSpPr/>
        <p:nvPr/>
      </p:nvGrpSpPr>
      <p:grpSpPr>
        <a:xfrm>
          <a:off x="0" y="0"/>
          <a:ext cx="0" cy="0"/>
          <a:chOff x="0" y="0"/>
          <a:chExt cx="0" cy="0"/>
        </a:xfrm>
      </p:grpSpPr>
      <p:sp>
        <p:nvSpPr>
          <p:cNvPr id="3251" name="Google Shape;3251;p83"/>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52" name="Google Shape;3252;p83"/>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a:spcBef>
                <a:spcPts val="0"/>
              </a:spcBef>
              <a:spcAft>
                <a:spcPts val="0"/>
              </a:spcAft>
              <a:buSzPts val="800"/>
              <a:buFont typeface="Open Sans"/>
              <a:buChar char="●"/>
              <a:defRPr/>
            </a:lvl1pPr>
            <a:lvl2pPr lvl="1" algn="ctr">
              <a:lnSpc>
                <a:spcPct val="100000"/>
              </a:lnSpc>
              <a:spcBef>
                <a:spcPts val="0"/>
              </a:spcBef>
              <a:spcAft>
                <a:spcPts val="0"/>
              </a:spcAft>
              <a:buSzPts val="800"/>
              <a:buFont typeface="Open Sans"/>
              <a:buChar char="○"/>
              <a:defRPr/>
            </a:lvl2pPr>
            <a:lvl3pPr lvl="2" algn="ctr">
              <a:lnSpc>
                <a:spcPct val="100000"/>
              </a:lnSpc>
              <a:spcBef>
                <a:spcPts val="0"/>
              </a:spcBef>
              <a:spcAft>
                <a:spcPts val="0"/>
              </a:spcAft>
              <a:buSzPts val="800"/>
              <a:buFont typeface="Open Sans"/>
              <a:buChar char="■"/>
              <a:defRPr/>
            </a:lvl3pPr>
            <a:lvl4pPr lvl="3" algn="ctr">
              <a:lnSpc>
                <a:spcPct val="100000"/>
              </a:lnSpc>
              <a:spcBef>
                <a:spcPts val="0"/>
              </a:spcBef>
              <a:spcAft>
                <a:spcPts val="0"/>
              </a:spcAft>
              <a:buSzPts val="800"/>
              <a:buFont typeface="Open Sans"/>
              <a:buChar char="●"/>
              <a:defRPr/>
            </a:lvl4pPr>
            <a:lvl5pPr lvl="4" algn="ctr">
              <a:lnSpc>
                <a:spcPct val="100000"/>
              </a:lnSpc>
              <a:spcBef>
                <a:spcPts val="0"/>
              </a:spcBef>
              <a:spcAft>
                <a:spcPts val="0"/>
              </a:spcAft>
              <a:buSzPts val="1200"/>
              <a:buFont typeface="Open Sans"/>
              <a:buChar char="○"/>
              <a:defRPr/>
            </a:lvl5pPr>
            <a:lvl6pPr lvl="5" algn="ctr">
              <a:lnSpc>
                <a:spcPct val="100000"/>
              </a:lnSpc>
              <a:spcBef>
                <a:spcPts val="0"/>
              </a:spcBef>
              <a:spcAft>
                <a:spcPts val="0"/>
              </a:spcAft>
              <a:buSzPts val="1200"/>
              <a:buFont typeface="Open Sans"/>
              <a:buChar char="■"/>
              <a:defRPr/>
            </a:lvl6pPr>
            <a:lvl7pPr lvl="6" algn="ctr">
              <a:lnSpc>
                <a:spcPct val="100000"/>
              </a:lnSpc>
              <a:spcBef>
                <a:spcPts val="0"/>
              </a:spcBef>
              <a:spcAft>
                <a:spcPts val="0"/>
              </a:spcAft>
              <a:buSzPts val="700"/>
              <a:buFont typeface="Open Sans"/>
              <a:buChar char="●"/>
              <a:defRPr/>
            </a:lvl7pPr>
            <a:lvl8pPr lvl="7" algn="ctr">
              <a:lnSpc>
                <a:spcPct val="100000"/>
              </a:lnSpc>
              <a:spcBef>
                <a:spcPts val="0"/>
              </a:spcBef>
              <a:spcAft>
                <a:spcPts val="0"/>
              </a:spcAft>
              <a:buSzPts val="700"/>
              <a:buFont typeface="Open Sans"/>
              <a:buChar char="○"/>
              <a:defRPr/>
            </a:lvl8pPr>
            <a:lvl9pPr lvl="8" algn="ctr">
              <a:lnSpc>
                <a:spcPct val="100000"/>
              </a:lnSpc>
              <a:spcBef>
                <a:spcPts val="0"/>
              </a:spcBef>
              <a:spcAft>
                <a:spcPts val="0"/>
              </a:spcAft>
              <a:buSzPts val="600"/>
              <a:buFont typeface="Open Sans"/>
              <a:buChar char="■"/>
              <a:defRPr/>
            </a:lvl9pPr>
          </a:lstStyle>
          <a:p/>
        </p:txBody>
      </p:sp>
      <p:sp>
        <p:nvSpPr>
          <p:cNvPr id="3253" name="Google Shape;3253;p83"/>
          <p:cNvSpPr/>
          <p:nvPr>
            <p:ph idx="2" type="pic"/>
          </p:nvPr>
        </p:nvSpPr>
        <p:spPr>
          <a:xfrm>
            <a:off x="4135800" y="539500"/>
            <a:ext cx="4295100" cy="4069200"/>
          </a:xfrm>
          <a:prstGeom prst="snip1Rect">
            <a:avLst>
              <a:gd fmla="val 16667" name="adj"/>
            </a:avLst>
          </a:prstGeom>
          <a:noFill/>
          <a:ln>
            <a:noFill/>
          </a:ln>
        </p:spPr>
      </p:sp>
      <p:grpSp>
        <p:nvGrpSpPr>
          <p:cNvPr id="3254" name="Google Shape;3254;p83"/>
          <p:cNvGrpSpPr/>
          <p:nvPr/>
        </p:nvGrpSpPr>
        <p:grpSpPr>
          <a:xfrm>
            <a:off x="-2393465" y="-1635538"/>
            <a:ext cx="4710415" cy="5344655"/>
            <a:chOff x="-2317265" y="-1559338"/>
            <a:chExt cx="4710415" cy="5344655"/>
          </a:xfrm>
        </p:grpSpPr>
        <p:pic>
          <p:nvPicPr>
            <p:cNvPr id="3255" name="Google Shape;3255;p83"/>
            <p:cNvPicPr preferRelativeResize="0"/>
            <p:nvPr/>
          </p:nvPicPr>
          <p:blipFill rotWithShape="1">
            <a:blip r:embed="rId2">
              <a:alphaModFix/>
            </a:blip>
            <a:srcRect b="26177" l="16960" r="7121" t="24718"/>
            <a:stretch/>
          </p:blipFill>
          <p:spPr>
            <a:xfrm>
              <a:off x="-2317265" y="-1559338"/>
              <a:ext cx="3920501" cy="2992224"/>
            </a:xfrm>
            <a:prstGeom prst="rect">
              <a:avLst/>
            </a:prstGeom>
            <a:noFill/>
            <a:ln>
              <a:noFill/>
            </a:ln>
          </p:spPr>
        </p:pic>
        <p:grpSp>
          <p:nvGrpSpPr>
            <p:cNvPr id="3256" name="Google Shape;3256;p83"/>
            <p:cNvGrpSpPr/>
            <p:nvPr/>
          </p:nvGrpSpPr>
          <p:grpSpPr>
            <a:xfrm>
              <a:off x="-1322674" y="-1333888"/>
              <a:ext cx="3153315" cy="5119205"/>
              <a:chOff x="6643701" y="816087"/>
              <a:chExt cx="3153315" cy="5119205"/>
            </a:xfrm>
          </p:grpSpPr>
          <p:sp>
            <p:nvSpPr>
              <p:cNvPr id="3257" name="Google Shape;3257;p83"/>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8" name="Google Shape;3258;p83"/>
              <p:cNvGrpSpPr/>
              <p:nvPr/>
            </p:nvGrpSpPr>
            <p:grpSpPr>
              <a:xfrm>
                <a:off x="8671986" y="2443197"/>
                <a:ext cx="134004" cy="134004"/>
                <a:chOff x="8356813" y="1074288"/>
                <a:chExt cx="351900" cy="351900"/>
              </a:xfrm>
            </p:grpSpPr>
            <p:sp>
              <p:nvSpPr>
                <p:cNvPr id="3259" name="Google Shape;3259;p8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8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1" name="Google Shape;3261;p83"/>
              <p:cNvGrpSpPr/>
              <p:nvPr/>
            </p:nvGrpSpPr>
            <p:grpSpPr>
              <a:xfrm>
                <a:off x="7678536" y="3129397"/>
                <a:ext cx="134004" cy="134004"/>
                <a:chOff x="8356813" y="1074288"/>
                <a:chExt cx="351900" cy="351900"/>
              </a:xfrm>
            </p:grpSpPr>
            <p:sp>
              <p:nvSpPr>
                <p:cNvPr id="3262" name="Google Shape;3262;p8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8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4" name="Google Shape;3264;p83"/>
              <p:cNvGrpSpPr/>
              <p:nvPr/>
            </p:nvGrpSpPr>
            <p:grpSpPr>
              <a:xfrm>
                <a:off x="8062611" y="3503222"/>
                <a:ext cx="134004" cy="134004"/>
                <a:chOff x="8356813" y="1074288"/>
                <a:chExt cx="351900" cy="351900"/>
              </a:xfrm>
            </p:grpSpPr>
            <p:sp>
              <p:nvSpPr>
                <p:cNvPr id="3265" name="Google Shape;3265;p8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8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7" name="Google Shape;3267;p83"/>
            <p:cNvGrpSpPr/>
            <p:nvPr/>
          </p:nvGrpSpPr>
          <p:grpSpPr>
            <a:xfrm>
              <a:off x="121568" y="-846844"/>
              <a:ext cx="88151" cy="2151709"/>
              <a:chOff x="3054755" y="4367024"/>
              <a:chExt cx="88142" cy="1137387"/>
            </a:xfrm>
          </p:grpSpPr>
          <p:sp>
            <p:nvSpPr>
              <p:cNvPr id="3268" name="Google Shape;3268;p83"/>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83"/>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0" name="Google Shape;3270;p83"/>
            <p:cNvGrpSpPr/>
            <p:nvPr/>
          </p:nvGrpSpPr>
          <p:grpSpPr>
            <a:xfrm>
              <a:off x="361243" y="-718832"/>
              <a:ext cx="88151" cy="2151709"/>
              <a:chOff x="3054755" y="4367024"/>
              <a:chExt cx="88142" cy="1137387"/>
            </a:xfrm>
          </p:grpSpPr>
          <p:sp>
            <p:nvSpPr>
              <p:cNvPr id="3271" name="Google Shape;3271;p83"/>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83"/>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3" name="Google Shape;3273;p83"/>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4" name="Google Shape;3274;p83"/>
            <p:cNvGrpSpPr/>
            <p:nvPr/>
          </p:nvGrpSpPr>
          <p:grpSpPr>
            <a:xfrm>
              <a:off x="-175967" y="337269"/>
              <a:ext cx="480890" cy="481200"/>
              <a:chOff x="959750" y="3039275"/>
              <a:chExt cx="582050" cy="582425"/>
            </a:xfrm>
          </p:grpSpPr>
          <p:sp>
            <p:nvSpPr>
              <p:cNvPr id="3275" name="Google Shape;3275;p83"/>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83"/>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83"/>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83"/>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83"/>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83"/>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83"/>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82" name="Google Shape;3282;p83"/>
          <p:cNvGrpSpPr/>
          <p:nvPr/>
        </p:nvGrpSpPr>
        <p:grpSpPr>
          <a:xfrm>
            <a:off x="6719910" y="2898312"/>
            <a:ext cx="3920501" cy="3213899"/>
            <a:chOff x="6643710" y="2822113"/>
            <a:chExt cx="3920501" cy="3213899"/>
          </a:xfrm>
        </p:grpSpPr>
        <p:sp>
          <p:nvSpPr>
            <p:cNvPr id="3283" name="Google Shape;3283;p83"/>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4" name="Google Shape;3284;p83"/>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grpSp>
          <p:nvGrpSpPr>
            <p:cNvPr id="3285" name="Google Shape;3285;p83"/>
            <p:cNvGrpSpPr/>
            <p:nvPr/>
          </p:nvGrpSpPr>
          <p:grpSpPr>
            <a:xfrm>
              <a:off x="8671987" y="3471620"/>
              <a:ext cx="699928" cy="1651024"/>
              <a:chOff x="8337812" y="3492483"/>
              <a:chExt cx="699928" cy="1651024"/>
            </a:xfrm>
          </p:grpSpPr>
          <p:sp>
            <p:nvSpPr>
              <p:cNvPr id="3286" name="Google Shape;3286;p83"/>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83"/>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83"/>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9" name="Google Shape;3289;p83"/>
            <p:cNvGrpSpPr/>
            <p:nvPr/>
          </p:nvGrpSpPr>
          <p:grpSpPr>
            <a:xfrm>
              <a:off x="8279400" y="4281138"/>
              <a:ext cx="904666" cy="726121"/>
              <a:chOff x="7945225" y="4302000"/>
              <a:chExt cx="904666" cy="726121"/>
            </a:xfrm>
          </p:grpSpPr>
          <p:sp>
            <p:nvSpPr>
              <p:cNvPr id="3290" name="Google Shape;3290;p83"/>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83"/>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83"/>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3" name="Google Shape;3293;p83"/>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83"/>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5" name="Google Shape;3295;p83"/>
          <p:cNvGrpSpPr/>
          <p:nvPr/>
        </p:nvGrpSpPr>
        <p:grpSpPr>
          <a:xfrm>
            <a:off x="-1953175" y="4816451"/>
            <a:ext cx="4558967" cy="134100"/>
            <a:chOff x="796100" y="3019701"/>
            <a:chExt cx="4558967" cy="134100"/>
          </a:xfrm>
        </p:grpSpPr>
        <p:sp>
          <p:nvSpPr>
            <p:cNvPr id="3296" name="Google Shape;3296;p8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7" name="Google Shape;3297;p8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298" name="Google Shape;3298;p8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99" name="Shape 3299"/>
        <p:cNvGrpSpPr/>
        <p:nvPr/>
      </p:nvGrpSpPr>
      <p:grpSpPr>
        <a:xfrm>
          <a:off x="0" y="0"/>
          <a:ext cx="0" cy="0"/>
          <a:chOff x="0" y="0"/>
          <a:chExt cx="0" cy="0"/>
        </a:xfrm>
      </p:grpSpPr>
      <p:sp>
        <p:nvSpPr>
          <p:cNvPr id="3300" name="Google Shape;3300;p84"/>
          <p:cNvSpPr/>
          <p:nvPr>
            <p:ph idx="2" type="pic"/>
          </p:nvPr>
        </p:nvSpPr>
        <p:spPr>
          <a:xfrm>
            <a:off x="0" y="0"/>
            <a:ext cx="9144000" cy="5143500"/>
          </a:xfrm>
          <a:prstGeom prst="rect">
            <a:avLst/>
          </a:prstGeom>
          <a:noFill/>
          <a:ln>
            <a:noFill/>
          </a:ln>
        </p:spPr>
      </p:sp>
      <p:sp>
        <p:nvSpPr>
          <p:cNvPr id="3301" name="Google Shape;3301;p84"/>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sz="25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02" name="Shape 3302"/>
        <p:cNvGrpSpPr/>
        <p:nvPr/>
      </p:nvGrpSpPr>
      <p:grpSpPr>
        <a:xfrm>
          <a:off x="0" y="0"/>
          <a:ext cx="0" cy="0"/>
          <a:chOff x="0" y="0"/>
          <a:chExt cx="0" cy="0"/>
        </a:xfrm>
      </p:grpSpPr>
      <p:sp>
        <p:nvSpPr>
          <p:cNvPr id="3303" name="Google Shape;3303;p85"/>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3304" name="Google Shape;3304;p85"/>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305" name="Google Shape;3305;p85"/>
          <p:cNvGrpSpPr/>
          <p:nvPr/>
        </p:nvGrpSpPr>
        <p:grpSpPr>
          <a:xfrm>
            <a:off x="-889904" y="4083136"/>
            <a:ext cx="4477057" cy="2336436"/>
            <a:chOff x="-889904" y="4006936"/>
            <a:chExt cx="4477057" cy="2336436"/>
          </a:xfrm>
        </p:grpSpPr>
        <p:grpSp>
          <p:nvGrpSpPr>
            <p:cNvPr id="3306" name="Google Shape;3306;p85"/>
            <p:cNvGrpSpPr/>
            <p:nvPr/>
          </p:nvGrpSpPr>
          <p:grpSpPr>
            <a:xfrm>
              <a:off x="-889904" y="4006936"/>
              <a:ext cx="4477057" cy="2336436"/>
              <a:chOff x="-900729" y="3974486"/>
              <a:chExt cx="4477057" cy="2336436"/>
            </a:xfrm>
          </p:grpSpPr>
          <p:sp>
            <p:nvSpPr>
              <p:cNvPr id="3307" name="Google Shape;3307;p85"/>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85"/>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09" name="Google Shape;3309;p85"/>
              <p:cNvGrpSpPr/>
              <p:nvPr/>
            </p:nvGrpSpPr>
            <p:grpSpPr>
              <a:xfrm>
                <a:off x="63440" y="4608566"/>
                <a:ext cx="496803" cy="497084"/>
                <a:chOff x="3678700" y="407275"/>
                <a:chExt cx="708100" cy="708500"/>
              </a:xfrm>
            </p:grpSpPr>
            <p:sp>
              <p:nvSpPr>
                <p:cNvPr id="3310" name="Google Shape;3310;p8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8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8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8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8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8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8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7" name="Google Shape;3317;p85"/>
              <p:cNvGrpSpPr/>
              <p:nvPr/>
            </p:nvGrpSpPr>
            <p:grpSpPr>
              <a:xfrm>
                <a:off x="464815" y="4608566"/>
                <a:ext cx="496803" cy="497084"/>
                <a:chOff x="3678700" y="407275"/>
                <a:chExt cx="708100" cy="708500"/>
              </a:xfrm>
            </p:grpSpPr>
            <p:sp>
              <p:nvSpPr>
                <p:cNvPr id="3318" name="Google Shape;3318;p8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8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8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8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8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8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8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5" name="Google Shape;3325;p85"/>
            <p:cNvGrpSpPr/>
            <p:nvPr/>
          </p:nvGrpSpPr>
          <p:grpSpPr>
            <a:xfrm rot="5400000">
              <a:off x="1017275" y="4934200"/>
              <a:ext cx="439200" cy="439100"/>
              <a:chOff x="1101075" y="2142375"/>
              <a:chExt cx="439200" cy="439100"/>
            </a:xfrm>
          </p:grpSpPr>
          <p:sp>
            <p:nvSpPr>
              <p:cNvPr id="3326" name="Google Shape;3326;p8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8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8" name="Google Shape;3328;p85"/>
          <p:cNvGrpSpPr/>
          <p:nvPr/>
        </p:nvGrpSpPr>
        <p:grpSpPr>
          <a:xfrm>
            <a:off x="-2613417" y="-2882410"/>
            <a:ext cx="8164418" cy="6343459"/>
            <a:chOff x="-2613417" y="-2806210"/>
            <a:chExt cx="8164418" cy="6343459"/>
          </a:xfrm>
        </p:grpSpPr>
        <p:grpSp>
          <p:nvGrpSpPr>
            <p:cNvPr id="3329" name="Google Shape;3329;p85"/>
            <p:cNvGrpSpPr/>
            <p:nvPr/>
          </p:nvGrpSpPr>
          <p:grpSpPr>
            <a:xfrm>
              <a:off x="-191059" y="95963"/>
              <a:ext cx="1538562" cy="971589"/>
              <a:chOff x="-191059" y="95963"/>
              <a:chExt cx="1538562" cy="971589"/>
            </a:xfrm>
          </p:grpSpPr>
          <p:grpSp>
            <p:nvGrpSpPr>
              <p:cNvPr id="3330" name="Google Shape;3330;p85"/>
              <p:cNvGrpSpPr/>
              <p:nvPr/>
            </p:nvGrpSpPr>
            <p:grpSpPr>
              <a:xfrm>
                <a:off x="-191059" y="201619"/>
                <a:ext cx="904284" cy="865933"/>
                <a:chOff x="2038491" y="-937756"/>
                <a:chExt cx="904284" cy="865933"/>
              </a:xfrm>
            </p:grpSpPr>
            <p:grpSp>
              <p:nvGrpSpPr>
                <p:cNvPr id="3331" name="Google Shape;3331;p85"/>
                <p:cNvGrpSpPr/>
                <p:nvPr/>
              </p:nvGrpSpPr>
              <p:grpSpPr>
                <a:xfrm>
                  <a:off x="2096570" y="-863491"/>
                  <a:ext cx="717621" cy="717392"/>
                  <a:chOff x="1483457" y="3953671"/>
                  <a:chExt cx="717621" cy="717392"/>
                </a:xfrm>
              </p:grpSpPr>
              <p:sp>
                <p:nvSpPr>
                  <p:cNvPr id="3332" name="Google Shape;3332;p8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8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8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8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8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37" name="Google Shape;3337;p8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8" name="Google Shape;3338;p85"/>
              <p:cNvGrpSpPr/>
              <p:nvPr/>
            </p:nvGrpSpPr>
            <p:grpSpPr>
              <a:xfrm>
                <a:off x="584533" y="95963"/>
                <a:ext cx="473483" cy="453403"/>
                <a:chOff x="2038491" y="-937756"/>
                <a:chExt cx="904284" cy="865933"/>
              </a:xfrm>
            </p:grpSpPr>
            <p:grpSp>
              <p:nvGrpSpPr>
                <p:cNvPr id="3339" name="Google Shape;3339;p85"/>
                <p:cNvGrpSpPr/>
                <p:nvPr/>
              </p:nvGrpSpPr>
              <p:grpSpPr>
                <a:xfrm>
                  <a:off x="2096570" y="-863491"/>
                  <a:ext cx="717621" cy="717392"/>
                  <a:chOff x="1483457" y="3953671"/>
                  <a:chExt cx="717621" cy="717392"/>
                </a:xfrm>
              </p:grpSpPr>
              <p:sp>
                <p:nvSpPr>
                  <p:cNvPr id="3340" name="Google Shape;3340;p8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8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8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8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8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5" name="Google Shape;3345;p8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6" name="Google Shape;3346;p85"/>
              <p:cNvGrpSpPr/>
              <p:nvPr/>
            </p:nvGrpSpPr>
            <p:grpSpPr>
              <a:xfrm>
                <a:off x="530445" y="481913"/>
                <a:ext cx="473483" cy="453403"/>
                <a:chOff x="2038491" y="-937756"/>
                <a:chExt cx="904284" cy="865933"/>
              </a:xfrm>
            </p:grpSpPr>
            <p:grpSp>
              <p:nvGrpSpPr>
                <p:cNvPr id="3347" name="Google Shape;3347;p85"/>
                <p:cNvGrpSpPr/>
                <p:nvPr/>
              </p:nvGrpSpPr>
              <p:grpSpPr>
                <a:xfrm>
                  <a:off x="2096570" y="-863491"/>
                  <a:ext cx="717621" cy="717392"/>
                  <a:chOff x="1483457" y="3953671"/>
                  <a:chExt cx="717621" cy="717392"/>
                </a:xfrm>
              </p:grpSpPr>
              <p:sp>
                <p:nvSpPr>
                  <p:cNvPr id="3348" name="Google Shape;3348;p8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8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8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8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8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53" name="Google Shape;3353;p8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4" name="Google Shape;3354;p85"/>
              <p:cNvGrpSpPr/>
              <p:nvPr/>
            </p:nvGrpSpPr>
            <p:grpSpPr>
              <a:xfrm>
                <a:off x="874020" y="312788"/>
                <a:ext cx="473483" cy="453403"/>
                <a:chOff x="2038491" y="-937756"/>
                <a:chExt cx="904284" cy="865933"/>
              </a:xfrm>
            </p:grpSpPr>
            <p:grpSp>
              <p:nvGrpSpPr>
                <p:cNvPr id="3355" name="Google Shape;3355;p85"/>
                <p:cNvGrpSpPr/>
                <p:nvPr/>
              </p:nvGrpSpPr>
              <p:grpSpPr>
                <a:xfrm>
                  <a:off x="2096570" y="-863491"/>
                  <a:ext cx="717621" cy="717392"/>
                  <a:chOff x="1483457" y="3953671"/>
                  <a:chExt cx="717621" cy="717392"/>
                </a:xfrm>
              </p:grpSpPr>
              <p:sp>
                <p:nvSpPr>
                  <p:cNvPr id="3356" name="Google Shape;3356;p8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8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8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8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8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1" name="Google Shape;3361;p8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62" name="Google Shape;3362;p85"/>
            <p:cNvGrpSpPr/>
            <p:nvPr/>
          </p:nvGrpSpPr>
          <p:grpSpPr>
            <a:xfrm rot="-7479050">
              <a:off x="-2051246" y="-1642948"/>
              <a:ext cx="4889863" cy="3931229"/>
              <a:chOff x="7103825" y="-713112"/>
              <a:chExt cx="3785226" cy="3043150"/>
            </a:xfrm>
          </p:grpSpPr>
          <p:sp>
            <p:nvSpPr>
              <p:cNvPr id="3363" name="Google Shape;3363;p8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64" name="Google Shape;3364;p85"/>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3365" name="Google Shape;3365;p85"/>
            <p:cNvGrpSpPr/>
            <p:nvPr/>
          </p:nvGrpSpPr>
          <p:grpSpPr>
            <a:xfrm>
              <a:off x="-640220" y="-2653973"/>
              <a:ext cx="6191222" cy="6191222"/>
              <a:chOff x="-640220" y="-2502423"/>
              <a:chExt cx="6191222" cy="6191222"/>
            </a:xfrm>
          </p:grpSpPr>
          <p:sp>
            <p:nvSpPr>
              <p:cNvPr id="3366" name="Google Shape;3366;p85"/>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85"/>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368" name="Shape 3368"/>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3369" name="Shape 3369"/>
        <p:cNvGrpSpPr/>
        <p:nvPr/>
      </p:nvGrpSpPr>
      <p:grpSpPr>
        <a:xfrm>
          <a:off x="0" y="0"/>
          <a:ext cx="0" cy="0"/>
          <a:chOff x="0" y="0"/>
          <a:chExt cx="0" cy="0"/>
        </a:xfrm>
      </p:grpSpPr>
      <p:sp>
        <p:nvSpPr>
          <p:cNvPr id="3370" name="Google Shape;3370;p8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3371" name="Google Shape;3371;p87"/>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2" name="Google Shape;3372;p87"/>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3" name="Google Shape;3373;p87"/>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4" name="Google Shape;3374;p87"/>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75" name="Google Shape;3375;p87"/>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3376" name="Google Shape;3376;p87"/>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3377" name="Google Shape;3377;p87"/>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3378" name="Google Shape;3378;p87"/>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3379" name="Google Shape;3379;p87"/>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3380" name="Google Shape;3380;p87"/>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3381" name="Google Shape;3381;p87"/>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382" name="Google Shape;3382;p87"/>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3383" name="Google Shape;3383;p87"/>
          <p:cNvGrpSpPr/>
          <p:nvPr/>
        </p:nvGrpSpPr>
        <p:grpSpPr>
          <a:xfrm>
            <a:off x="-808923" y="2711465"/>
            <a:ext cx="2097951" cy="3309497"/>
            <a:chOff x="-656523" y="2711465"/>
            <a:chExt cx="2097951" cy="3309497"/>
          </a:xfrm>
        </p:grpSpPr>
        <p:sp>
          <p:nvSpPr>
            <p:cNvPr id="3384" name="Google Shape;3384;p87"/>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85" name="Google Shape;3385;p87"/>
            <p:cNvGrpSpPr/>
            <p:nvPr/>
          </p:nvGrpSpPr>
          <p:grpSpPr>
            <a:xfrm>
              <a:off x="323479" y="4682324"/>
              <a:ext cx="328346" cy="328531"/>
              <a:chOff x="3678700" y="407275"/>
              <a:chExt cx="708100" cy="708500"/>
            </a:xfrm>
          </p:grpSpPr>
          <p:sp>
            <p:nvSpPr>
              <p:cNvPr id="3386" name="Google Shape;3386;p8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7" name="Google Shape;3387;p8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8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8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8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8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8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3" name="Google Shape;3393;p87"/>
            <p:cNvGrpSpPr/>
            <p:nvPr/>
          </p:nvGrpSpPr>
          <p:grpSpPr>
            <a:xfrm>
              <a:off x="-541317" y="2711465"/>
              <a:ext cx="1117945" cy="1598547"/>
              <a:chOff x="-541317" y="2711465"/>
              <a:chExt cx="1117945" cy="1598547"/>
            </a:xfrm>
          </p:grpSpPr>
          <p:sp>
            <p:nvSpPr>
              <p:cNvPr id="3394" name="Google Shape;3394;p87"/>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5" name="Google Shape;3395;p87"/>
              <p:cNvGrpSpPr/>
              <p:nvPr/>
            </p:nvGrpSpPr>
            <p:grpSpPr>
              <a:xfrm>
                <a:off x="442584" y="4120912"/>
                <a:ext cx="134044" cy="134013"/>
                <a:chOff x="1101075" y="2142375"/>
                <a:chExt cx="439200" cy="439100"/>
              </a:xfrm>
            </p:grpSpPr>
            <p:sp>
              <p:nvSpPr>
                <p:cNvPr id="3396" name="Google Shape;3396;p8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7" name="Google Shape;3397;p8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98" name="Google Shape;3398;p87"/>
            <p:cNvGrpSpPr/>
            <p:nvPr/>
          </p:nvGrpSpPr>
          <p:grpSpPr>
            <a:xfrm rot="-9080766">
              <a:off x="-341725" y="3731687"/>
              <a:ext cx="1117904" cy="1598488"/>
              <a:chOff x="-541317" y="2711465"/>
              <a:chExt cx="1117945" cy="1598547"/>
            </a:xfrm>
          </p:grpSpPr>
          <p:sp>
            <p:nvSpPr>
              <p:cNvPr id="3399" name="Google Shape;3399;p87"/>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0" name="Google Shape;3400;p87"/>
              <p:cNvGrpSpPr/>
              <p:nvPr/>
            </p:nvGrpSpPr>
            <p:grpSpPr>
              <a:xfrm>
                <a:off x="442584" y="4120912"/>
                <a:ext cx="134044" cy="134013"/>
                <a:chOff x="1101075" y="2142375"/>
                <a:chExt cx="439200" cy="439100"/>
              </a:xfrm>
            </p:grpSpPr>
            <p:sp>
              <p:nvSpPr>
                <p:cNvPr id="3401" name="Google Shape;3401;p8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8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03" name="Google Shape;3403;p87"/>
            <p:cNvGrpSpPr/>
            <p:nvPr/>
          </p:nvGrpSpPr>
          <p:grpSpPr>
            <a:xfrm rot="10800000">
              <a:off x="323483" y="4422415"/>
              <a:ext cx="1117945" cy="1598547"/>
              <a:chOff x="-541317" y="2711465"/>
              <a:chExt cx="1117945" cy="1598547"/>
            </a:xfrm>
          </p:grpSpPr>
          <p:sp>
            <p:nvSpPr>
              <p:cNvPr id="3404" name="Google Shape;3404;p87"/>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05" name="Google Shape;3405;p87"/>
              <p:cNvGrpSpPr/>
              <p:nvPr/>
            </p:nvGrpSpPr>
            <p:grpSpPr>
              <a:xfrm>
                <a:off x="442584" y="4120912"/>
                <a:ext cx="134044" cy="134013"/>
                <a:chOff x="1101075" y="2142375"/>
                <a:chExt cx="439200" cy="439100"/>
              </a:xfrm>
            </p:grpSpPr>
            <p:sp>
              <p:nvSpPr>
                <p:cNvPr id="3406" name="Google Shape;3406;p8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8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408" name="Google Shape;3408;p87"/>
          <p:cNvGrpSpPr/>
          <p:nvPr/>
        </p:nvGrpSpPr>
        <p:grpSpPr>
          <a:xfrm>
            <a:off x="6470875" y="-1735180"/>
            <a:ext cx="4257000" cy="4171657"/>
            <a:chOff x="6394675" y="-1658980"/>
            <a:chExt cx="4257000" cy="4171657"/>
          </a:xfrm>
        </p:grpSpPr>
        <p:grpSp>
          <p:nvGrpSpPr>
            <p:cNvPr id="3409" name="Google Shape;3409;p87"/>
            <p:cNvGrpSpPr/>
            <p:nvPr/>
          </p:nvGrpSpPr>
          <p:grpSpPr>
            <a:xfrm flipH="1" rot="-2700000">
              <a:off x="7289785" y="-1246897"/>
              <a:ext cx="2552124" cy="3347490"/>
              <a:chOff x="2976325" y="908175"/>
              <a:chExt cx="4028179" cy="5283555"/>
            </a:xfrm>
          </p:grpSpPr>
          <p:sp>
            <p:nvSpPr>
              <p:cNvPr id="3410" name="Google Shape;3410;p8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8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8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13" name="Google Shape;3413;p87"/>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87"/>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5" name="Google Shape;3415;p87"/>
          <p:cNvGrpSpPr/>
          <p:nvPr/>
        </p:nvGrpSpPr>
        <p:grpSpPr>
          <a:xfrm>
            <a:off x="-113888" y="229201"/>
            <a:ext cx="1891393" cy="134100"/>
            <a:chOff x="-113888" y="229201"/>
            <a:chExt cx="1891393" cy="134100"/>
          </a:xfrm>
        </p:grpSpPr>
        <p:sp>
          <p:nvSpPr>
            <p:cNvPr id="3416" name="Google Shape;3416;p87"/>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17" name="Google Shape;3417;p87"/>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3418" name="Google Shape;3418;p87"/>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419" name="Shape 3419"/>
        <p:cNvGrpSpPr/>
        <p:nvPr/>
      </p:nvGrpSpPr>
      <p:grpSpPr>
        <a:xfrm>
          <a:off x="0" y="0"/>
          <a:ext cx="0" cy="0"/>
          <a:chOff x="0" y="0"/>
          <a:chExt cx="0" cy="0"/>
        </a:xfrm>
      </p:grpSpPr>
      <p:sp>
        <p:nvSpPr>
          <p:cNvPr id="3420" name="Google Shape;3420;p88"/>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3421" name="Google Shape;3421;p88"/>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422" name="Shape 3422"/>
        <p:cNvGrpSpPr/>
        <p:nvPr/>
      </p:nvGrpSpPr>
      <p:grpSpPr>
        <a:xfrm>
          <a:off x="0" y="0"/>
          <a:ext cx="0" cy="0"/>
          <a:chOff x="0" y="0"/>
          <a:chExt cx="0" cy="0"/>
        </a:xfrm>
      </p:grpSpPr>
      <p:sp>
        <p:nvSpPr>
          <p:cNvPr id="3423" name="Google Shape;3423;p8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424" name="Google Shape;3424;p89"/>
          <p:cNvGrpSpPr/>
          <p:nvPr/>
        </p:nvGrpSpPr>
        <p:grpSpPr>
          <a:xfrm>
            <a:off x="4967675" y="4931713"/>
            <a:ext cx="439200" cy="439100"/>
            <a:chOff x="1101075" y="2142375"/>
            <a:chExt cx="439200" cy="439100"/>
          </a:xfrm>
        </p:grpSpPr>
        <p:sp>
          <p:nvSpPr>
            <p:cNvPr id="3425" name="Google Shape;3425;p8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8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7" name="Google Shape;3427;p89"/>
          <p:cNvGrpSpPr/>
          <p:nvPr/>
        </p:nvGrpSpPr>
        <p:grpSpPr>
          <a:xfrm>
            <a:off x="2176605" y="-3695660"/>
            <a:ext cx="7317722" cy="6983297"/>
            <a:chOff x="2100405" y="-3619460"/>
            <a:chExt cx="7317722" cy="6983297"/>
          </a:xfrm>
        </p:grpSpPr>
        <p:sp>
          <p:nvSpPr>
            <p:cNvPr id="3428" name="Google Shape;3428;p89"/>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9" name="Google Shape;3429;p89"/>
            <p:cNvGrpSpPr/>
            <p:nvPr/>
          </p:nvGrpSpPr>
          <p:grpSpPr>
            <a:xfrm rot="2700000">
              <a:off x="7787417" y="120497"/>
              <a:ext cx="582044" cy="582419"/>
              <a:chOff x="959750" y="3039275"/>
              <a:chExt cx="582050" cy="582425"/>
            </a:xfrm>
          </p:grpSpPr>
          <p:sp>
            <p:nvSpPr>
              <p:cNvPr id="3430" name="Google Shape;3430;p8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8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8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8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8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8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8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7" name="Google Shape;3437;p89"/>
            <p:cNvGrpSpPr/>
            <p:nvPr/>
          </p:nvGrpSpPr>
          <p:grpSpPr>
            <a:xfrm rot="2700000">
              <a:off x="8310742" y="-75303"/>
              <a:ext cx="582044" cy="582419"/>
              <a:chOff x="959750" y="3039275"/>
              <a:chExt cx="582050" cy="582425"/>
            </a:xfrm>
          </p:grpSpPr>
          <p:sp>
            <p:nvSpPr>
              <p:cNvPr id="3438" name="Google Shape;3438;p8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8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8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8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8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8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8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5" name="Google Shape;3445;p89"/>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6" name="Google Shape;3446;p89"/>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89"/>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89"/>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9" name="Google Shape;3449;p89"/>
          <p:cNvGrpSpPr/>
          <p:nvPr/>
        </p:nvGrpSpPr>
        <p:grpSpPr>
          <a:xfrm>
            <a:off x="-2424242" y="2074146"/>
            <a:ext cx="6274943" cy="6257753"/>
            <a:chOff x="-2447692" y="2022396"/>
            <a:chExt cx="6274943" cy="6257753"/>
          </a:xfrm>
        </p:grpSpPr>
        <p:grpSp>
          <p:nvGrpSpPr>
            <p:cNvPr id="3450" name="Google Shape;3450;p89"/>
            <p:cNvGrpSpPr/>
            <p:nvPr/>
          </p:nvGrpSpPr>
          <p:grpSpPr>
            <a:xfrm flipH="1" rot="10800000">
              <a:off x="-25334" y="4406387"/>
              <a:ext cx="1538562" cy="971589"/>
              <a:chOff x="-191059" y="95963"/>
              <a:chExt cx="1538562" cy="971589"/>
            </a:xfrm>
          </p:grpSpPr>
          <p:grpSp>
            <p:nvGrpSpPr>
              <p:cNvPr id="3451" name="Google Shape;3451;p89"/>
              <p:cNvGrpSpPr/>
              <p:nvPr/>
            </p:nvGrpSpPr>
            <p:grpSpPr>
              <a:xfrm>
                <a:off x="-191059" y="201619"/>
                <a:ext cx="904284" cy="865933"/>
                <a:chOff x="2038491" y="-937756"/>
                <a:chExt cx="904284" cy="865933"/>
              </a:xfrm>
            </p:grpSpPr>
            <p:grpSp>
              <p:nvGrpSpPr>
                <p:cNvPr id="3452" name="Google Shape;3452;p89"/>
                <p:cNvGrpSpPr/>
                <p:nvPr/>
              </p:nvGrpSpPr>
              <p:grpSpPr>
                <a:xfrm>
                  <a:off x="2096570" y="-863491"/>
                  <a:ext cx="717621" cy="717392"/>
                  <a:chOff x="1483457" y="3953671"/>
                  <a:chExt cx="717621" cy="717392"/>
                </a:xfrm>
              </p:grpSpPr>
              <p:sp>
                <p:nvSpPr>
                  <p:cNvPr id="3453" name="Google Shape;3453;p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4" name="Google Shape;3454;p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5" name="Google Shape;3455;p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6" name="Google Shape;3456;p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8" name="Google Shape;3458;p89"/>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9" name="Google Shape;3459;p89"/>
              <p:cNvGrpSpPr/>
              <p:nvPr/>
            </p:nvGrpSpPr>
            <p:grpSpPr>
              <a:xfrm>
                <a:off x="584533" y="95963"/>
                <a:ext cx="473483" cy="453403"/>
                <a:chOff x="2038491" y="-937756"/>
                <a:chExt cx="904284" cy="865933"/>
              </a:xfrm>
            </p:grpSpPr>
            <p:grpSp>
              <p:nvGrpSpPr>
                <p:cNvPr id="3460" name="Google Shape;3460;p89"/>
                <p:cNvGrpSpPr/>
                <p:nvPr/>
              </p:nvGrpSpPr>
              <p:grpSpPr>
                <a:xfrm>
                  <a:off x="2096570" y="-863491"/>
                  <a:ext cx="717621" cy="717392"/>
                  <a:chOff x="1483457" y="3953671"/>
                  <a:chExt cx="717621" cy="717392"/>
                </a:xfrm>
              </p:grpSpPr>
              <p:sp>
                <p:nvSpPr>
                  <p:cNvPr id="3461" name="Google Shape;3461;p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66" name="Google Shape;3466;p89"/>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7" name="Google Shape;3467;p89"/>
              <p:cNvGrpSpPr/>
              <p:nvPr/>
            </p:nvGrpSpPr>
            <p:grpSpPr>
              <a:xfrm>
                <a:off x="530445" y="481913"/>
                <a:ext cx="473483" cy="453403"/>
                <a:chOff x="2038491" y="-937756"/>
                <a:chExt cx="904284" cy="865933"/>
              </a:xfrm>
            </p:grpSpPr>
            <p:grpSp>
              <p:nvGrpSpPr>
                <p:cNvPr id="3468" name="Google Shape;3468;p89"/>
                <p:cNvGrpSpPr/>
                <p:nvPr/>
              </p:nvGrpSpPr>
              <p:grpSpPr>
                <a:xfrm>
                  <a:off x="2096570" y="-863491"/>
                  <a:ext cx="717621" cy="717392"/>
                  <a:chOff x="1483457" y="3953671"/>
                  <a:chExt cx="717621" cy="717392"/>
                </a:xfrm>
              </p:grpSpPr>
              <p:sp>
                <p:nvSpPr>
                  <p:cNvPr id="3469" name="Google Shape;3469;p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4" name="Google Shape;3474;p89"/>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75" name="Google Shape;3475;p89"/>
              <p:cNvGrpSpPr/>
              <p:nvPr/>
            </p:nvGrpSpPr>
            <p:grpSpPr>
              <a:xfrm>
                <a:off x="874020" y="312788"/>
                <a:ext cx="473483" cy="453403"/>
                <a:chOff x="2038491" y="-937756"/>
                <a:chExt cx="904284" cy="865933"/>
              </a:xfrm>
            </p:grpSpPr>
            <p:grpSp>
              <p:nvGrpSpPr>
                <p:cNvPr id="3476" name="Google Shape;3476;p89"/>
                <p:cNvGrpSpPr/>
                <p:nvPr/>
              </p:nvGrpSpPr>
              <p:grpSpPr>
                <a:xfrm>
                  <a:off x="2096570" y="-863491"/>
                  <a:ext cx="717621" cy="717392"/>
                  <a:chOff x="1483457" y="3953671"/>
                  <a:chExt cx="717621" cy="717392"/>
                </a:xfrm>
              </p:grpSpPr>
              <p:sp>
                <p:nvSpPr>
                  <p:cNvPr id="3477" name="Google Shape;3477;p8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8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8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8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8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2" name="Google Shape;3482;p89"/>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83" name="Google Shape;3483;p89"/>
            <p:cNvGrpSpPr/>
            <p:nvPr/>
          </p:nvGrpSpPr>
          <p:grpSpPr>
            <a:xfrm flipH="1" rot="-3320950">
              <a:off x="-1885521" y="3185658"/>
              <a:ext cx="4889863" cy="3931229"/>
              <a:chOff x="7103825" y="-713112"/>
              <a:chExt cx="3785226" cy="3043150"/>
            </a:xfrm>
          </p:grpSpPr>
          <p:sp>
            <p:nvSpPr>
              <p:cNvPr id="3484" name="Google Shape;3484;p89"/>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85" name="Google Shape;3485;p89"/>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3486" name="Google Shape;3486;p89"/>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7" name="Google Shape;3487;p89"/>
            <p:cNvGrpSpPr/>
            <p:nvPr/>
          </p:nvGrpSpPr>
          <p:grpSpPr>
            <a:xfrm rot="5400000">
              <a:off x="1987130" y="4230949"/>
              <a:ext cx="88142" cy="1137387"/>
              <a:chOff x="3054755" y="4367024"/>
              <a:chExt cx="88142" cy="1137387"/>
            </a:xfrm>
          </p:grpSpPr>
          <p:sp>
            <p:nvSpPr>
              <p:cNvPr id="3488" name="Google Shape;3488;p8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8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490" name="Shape 3490"/>
        <p:cNvGrpSpPr/>
        <p:nvPr/>
      </p:nvGrpSpPr>
      <p:grpSpPr>
        <a:xfrm>
          <a:off x="0" y="0"/>
          <a:ext cx="0" cy="0"/>
          <a:chOff x="0" y="0"/>
          <a:chExt cx="0" cy="0"/>
        </a:xfrm>
      </p:grpSpPr>
      <p:sp>
        <p:nvSpPr>
          <p:cNvPr id="3491" name="Google Shape;3491;p9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492" name="Google Shape;3492;p90"/>
          <p:cNvGrpSpPr/>
          <p:nvPr/>
        </p:nvGrpSpPr>
        <p:grpSpPr>
          <a:xfrm>
            <a:off x="7810267" y="-622132"/>
            <a:ext cx="2587792" cy="2725916"/>
            <a:chOff x="7810267" y="-622132"/>
            <a:chExt cx="2587792" cy="2725916"/>
          </a:xfrm>
        </p:grpSpPr>
        <p:grpSp>
          <p:nvGrpSpPr>
            <p:cNvPr id="3493" name="Google Shape;3493;p90"/>
            <p:cNvGrpSpPr/>
            <p:nvPr/>
          </p:nvGrpSpPr>
          <p:grpSpPr>
            <a:xfrm>
              <a:off x="8520988" y="-90875"/>
              <a:ext cx="904666" cy="726121"/>
              <a:chOff x="7945225" y="4302000"/>
              <a:chExt cx="904666" cy="726121"/>
            </a:xfrm>
          </p:grpSpPr>
          <p:sp>
            <p:nvSpPr>
              <p:cNvPr id="3494" name="Google Shape;3494;p9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9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9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7" name="Google Shape;3497;p90"/>
            <p:cNvGrpSpPr/>
            <p:nvPr/>
          </p:nvGrpSpPr>
          <p:grpSpPr>
            <a:xfrm>
              <a:off x="8869019" y="-622132"/>
              <a:ext cx="325154" cy="1788670"/>
              <a:chOff x="8869019" y="-622132"/>
              <a:chExt cx="325154" cy="1788670"/>
            </a:xfrm>
          </p:grpSpPr>
          <p:sp>
            <p:nvSpPr>
              <p:cNvPr id="3498" name="Google Shape;3498;p90"/>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9" name="Google Shape;3499;p90"/>
              <p:cNvGrpSpPr/>
              <p:nvPr/>
            </p:nvGrpSpPr>
            <p:grpSpPr>
              <a:xfrm rot="1800062">
                <a:off x="9035610" y="1007995"/>
                <a:ext cx="134040" cy="134009"/>
                <a:chOff x="1101075" y="2142375"/>
                <a:chExt cx="439200" cy="439100"/>
              </a:xfrm>
            </p:grpSpPr>
            <p:sp>
              <p:nvSpPr>
                <p:cNvPr id="3500" name="Google Shape;3500;p9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9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02" name="Google Shape;3502;p90"/>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90"/>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04" name="Google Shape;3504;p90"/>
          <p:cNvGrpSpPr/>
          <p:nvPr/>
        </p:nvGrpSpPr>
        <p:grpSpPr>
          <a:xfrm>
            <a:off x="8332551" y="-7"/>
            <a:ext cx="2386151" cy="3293873"/>
            <a:chOff x="8256351" y="-7"/>
            <a:chExt cx="2386151" cy="3293873"/>
          </a:xfrm>
        </p:grpSpPr>
        <p:pic>
          <p:nvPicPr>
            <p:cNvPr id="3505" name="Google Shape;3505;p90"/>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3506" name="Google Shape;3506;p90"/>
            <p:cNvGrpSpPr/>
            <p:nvPr/>
          </p:nvGrpSpPr>
          <p:grpSpPr>
            <a:xfrm rot="10800000">
              <a:off x="8452444" y="-7"/>
              <a:ext cx="325154" cy="1788670"/>
              <a:chOff x="8869019" y="-622132"/>
              <a:chExt cx="325154" cy="1788670"/>
            </a:xfrm>
          </p:grpSpPr>
          <p:sp>
            <p:nvSpPr>
              <p:cNvPr id="3507" name="Google Shape;3507;p90"/>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8" name="Google Shape;3508;p90"/>
              <p:cNvGrpSpPr/>
              <p:nvPr/>
            </p:nvGrpSpPr>
            <p:grpSpPr>
              <a:xfrm rot="1800062">
                <a:off x="9035610" y="1007995"/>
                <a:ext cx="134040" cy="134009"/>
                <a:chOff x="1101075" y="2142375"/>
                <a:chExt cx="439200" cy="439100"/>
              </a:xfrm>
            </p:grpSpPr>
            <p:sp>
              <p:nvSpPr>
                <p:cNvPr id="3509" name="Google Shape;3509;p9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9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11" name="Google Shape;3511;p90"/>
          <p:cNvGrpSpPr/>
          <p:nvPr/>
        </p:nvGrpSpPr>
        <p:grpSpPr>
          <a:xfrm>
            <a:off x="-213525" y="171225"/>
            <a:ext cx="439200" cy="439100"/>
            <a:chOff x="1101075" y="2142375"/>
            <a:chExt cx="439200" cy="439100"/>
          </a:xfrm>
        </p:grpSpPr>
        <p:sp>
          <p:nvSpPr>
            <p:cNvPr id="3512" name="Google Shape;3512;p9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9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4" name="Google Shape;3514;p90"/>
          <p:cNvGrpSpPr/>
          <p:nvPr/>
        </p:nvGrpSpPr>
        <p:grpSpPr>
          <a:xfrm>
            <a:off x="-1262974" y="3161328"/>
            <a:ext cx="4822591" cy="2934500"/>
            <a:chOff x="-1186774" y="3161328"/>
            <a:chExt cx="4822591" cy="2934500"/>
          </a:xfrm>
        </p:grpSpPr>
        <p:pic>
          <p:nvPicPr>
            <p:cNvPr id="3515" name="Google Shape;3515;p90"/>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3516" name="Google Shape;3516;p90"/>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7" name="Google Shape;3517;p90"/>
            <p:cNvGrpSpPr/>
            <p:nvPr/>
          </p:nvGrpSpPr>
          <p:grpSpPr>
            <a:xfrm>
              <a:off x="58899" y="4608583"/>
              <a:ext cx="604346" cy="657081"/>
              <a:chOff x="58899" y="4608583"/>
              <a:chExt cx="604346" cy="657081"/>
            </a:xfrm>
          </p:grpSpPr>
          <p:grpSp>
            <p:nvGrpSpPr>
              <p:cNvPr id="3518" name="Google Shape;3518;p90"/>
              <p:cNvGrpSpPr/>
              <p:nvPr/>
            </p:nvGrpSpPr>
            <p:grpSpPr>
              <a:xfrm rot="10800000">
                <a:off x="58899" y="4608583"/>
                <a:ext cx="328346" cy="328531"/>
                <a:chOff x="3678700" y="407275"/>
                <a:chExt cx="708100" cy="708500"/>
              </a:xfrm>
            </p:grpSpPr>
            <p:sp>
              <p:nvSpPr>
                <p:cNvPr id="3519" name="Google Shape;3519;p9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0" name="Google Shape;3520;p9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9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9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9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9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9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26" name="Google Shape;3526;p90"/>
              <p:cNvGrpSpPr/>
              <p:nvPr/>
            </p:nvGrpSpPr>
            <p:grpSpPr>
              <a:xfrm rot="10800000">
                <a:off x="334899" y="4608583"/>
                <a:ext cx="328346" cy="328531"/>
                <a:chOff x="3678700" y="407275"/>
                <a:chExt cx="708100" cy="708500"/>
              </a:xfrm>
            </p:grpSpPr>
            <p:sp>
              <p:nvSpPr>
                <p:cNvPr id="3527" name="Google Shape;3527;p9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9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9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9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9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9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9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4" name="Google Shape;3534;p90"/>
              <p:cNvGrpSpPr/>
              <p:nvPr/>
            </p:nvGrpSpPr>
            <p:grpSpPr>
              <a:xfrm rot="10800000">
                <a:off x="282574" y="4937133"/>
                <a:ext cx="328346" cy="328531"/>
                <a:chOff x="3678700" y="407275"/>
                <a:chExt cx="708100" cy="708500"/>
              </a:xfrm>
            </p:grpSpPr>
            <p:sp>
              <p:nvSpPr>
                <p:cNvPr id="3535" name="Google Shape;3535;p90"/>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6" name="Google Shape;3536;p90"/>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90"/>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90"/>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90"/>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90"/>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90"/>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42" name="Google Shape;3542;p90"/>
            <p:cNvGrpSpPr/>
            <p:nvPr/>
          </p:nvGrpSpPr>
          <p:grpSpPr>
            <a:xfrm>
              <a:off x="-923150" y="4796551"/>
              <a:ext cx="4558967" cy="134100"/>
              <a:chOff x="796100" y="3019701"/>
              <a:chExt cx="4558967" cy="134100"/>
            </a:xfrm>
          </p:grpSpPr>
          <p:sp>
            <p:nvSpPr>
              <p:cNvPr id="3543" name="Google Shape;3543;p9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44" name="Google Shape;3544;p9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45" name="Google Shape;3545;p9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546" name="Shape 3546"/>
        <p:cNvGrpSpPr/>
        <p:nvPr/>
      </p:nvGrpSpPr>
      <p:grpSpPr>
        <a:xfrm>
          <a:off x="0" y="0"/>
          <a:ext cx="0" cy="0"/>
          <a:chOff x="0" y="0"/>
          <a:chExt cx="0" cy="0"/>
        </a:xfrm>
      </p:grpSpPr>
      <p:sp>
        <p:nvSpPr>
          <p:cNvPr id="3547" name="Google Shape;3547;p9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548" name="Google Shape;3548;p91"/>
          <p:cNvGrpSpPr/>
          <p:nvPr/>
        </p:nvGrpSpPr>
        <p:grpSpPr>
          <a:xfrm>
            <a:off x="-2176650" y="-112745"/>
            <a:ext cx="4680670" cy="5935195"/>
            <a:chOff x="-2176650" y="-112745"/>
            <a:chExt cx="4680670" cy="5935195"/>
          </a:xfrm>
        </p:grpSpPr>
        <p:grpSp>
          <p:nvGrpSpPr>
            <p:cNvPr id="3549" name="Google Shape;3549;p91"/>
            <p:cNvGrpSpPr/>
            <p:nvPr/>
          </p:nvGrpSpPr>
          <p:grpSpPr>
            <a:xfrm>
              <a:off x="-2176650" y="-112745"/>
              <a:ext cx="4680670" cy="5935195"/>
              <a:chOff x="-2176650" y="-112745"/>
              <a:chExt cx="4680670" cy="5935195"/>
            </a:xfrm>
          </p:grpSpPr>
          <p:sp>
            <p:nvSpPr>
              <p:cNvPr id="3550" name="Google Shape;3550;p91"/>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51" name="Google Shape;3551;p91"/>
              <p:cNvGrpSpPr/>
              <p:nvPr/>
            </p:nvGrpSpPr>
            <p:grpSpPr>
              <a:xfrm rot="-2700000">
                <a:off x="10491" y="4440580"/>
                <a:ext cx="582044" cy="582419"/>
                <a:chOff x="959750" y="3039275"/>
                <a:chExt cx="582050" cy="582425"/>
              </a:xfrm>
            </p:grpSpPr>
            <p:sp>
              <p:nvSpPr>
                <p:cNvPr id="3552" name="Google Shape;3552;p91"/>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91"/>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91"/>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91"/>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91"/>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91"/>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91"/>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9" name="Google Shape;3559;p91"/>
              <p:cNvGrpSpPr/>
              <p:nvPr/>
            </p:nvGrpSpPr>
            <p:grpSpPr>
              <a:xfrm rot="-2700000">
                <a:off x="-183259" y="2704590"/>
                <a:ext cx="582044" cy="582419"/>
                <a:chOff x="959750" y="3039275"/>
                <a:chExt cx="582050" cy="582425"/>
              </a:xfrm>
            </p:grpSpPr>
            <p:sp>
              <p:nvSpPr>
                <p:cNvPr id="3560" name="Google Shape;3560;p91"/>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91"/>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91"/>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91"/>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91"/>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91"/>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91"/>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67" name="Google Shape;3567;p91"/>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8" name="Google Shape;3568;p91"/>
            <p:cNvGrpSpPr/>
            <p:nvPr/>
          </p:nvGrpSpPr>
          <p:grpSpPr>
            <a:xfrm>
              <a:off x="-234425" y="3727550"/>
              <a:ext cx="439200" cy="439100"/>
              <a:chOff x="1101075" y="2142375"/>
              <a:chExt cx="439200" cy="439100"/>
            </a:xfrm>
          </p:grpSpPr>
          <p:sp>
            <p:nvSpPr>
              <p:cNvPr id="3569" name="Google Shape;3569;p9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9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1" name="Google Shape;3571;p91"/>
            <p:cNvGrpSpPr/>
            <p:nvPr/>
          </p:nvGrpSpPr>
          <p:grpSpPr>
            <a:xfrm rot="10800000">
              <a:off x="713225" y="4931225"/>
              <a:ext cx="439200" cy="439100"/>
              <a:chOff x="1101075" y="2142375"/>
              <a:chExt cx="439200" cy="439100"/>
            </a:xfrm>
          </p:grpSpPr>
          <p:sp>
            <p:nvSpPr>
              <p:cNvPr id="3572" name="Google Shape;3572;p9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9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4" name="Google Shape;3574;p91"/>
          <p:cNvGrpSpPr/>
          <p:nvPr/>
        </p:nvGrpSpPr>
        <p:grpSpPr>
          <a:xfrm>
            <a:off x="6642300" y="-415701"/>
            <a:ext cx="4558967" cy="1887075"/>
            <a:chOff x="6566100" y="-415701"/>
            <a:chExt cx="4558967" cy="1887075"/>
          </a:xfrm>
        </p:grpSpPr>
        <p:pic>
          <p:nvPicPr>
            <p:cNvPr id="3575" name="Google Shape;3575;p91"/>
            <p:cNvPicPr preferRelativeResize="0"/>
            <p:nvPr/>
          </p:nvPicPr>
          <p:blipFill rotWithShape="1">
            <a:blip r:embed="rId2">
              <a:alphaModFix/>
            </a:blip>
            <a:srcRect b="26177" l="16960" r="7121" t="24718"/>
            <a:stretch/>
          </p:blipFill>
          <p:spPr>
            <a:xfrm>
              <a:off x="8278550" y="-392375"/>
              <a:ext cx="2441950" cy="1863749"/>
            </a:xfrm>
            <a:prstGeom prst="rect">
              <a:avLst/>
            </a:prstGeom>
            <a:noFill/>
            <a:ln>
              <a:noFill/>
            </a:ln>
          </p:spPr>
        </p:pic>
        <p:grpSp>
          <p:nvGrpSpPr>
            <p:cNvPr id="3576" name="Google Shape;3576;p91"/>
            <p:cNvGrpSpPr/>
            <p:nvPr/>
          </p:nvGrpSpPr>
          <p:grpSpPr>
            <a:xfrm rot="5400000">
              <a:off x="7714062" y="-991384"/>
              <a:ext cx="1433417" cy="2584783"/>
              <a:chOff x="-363163" y="-645596"/>
              <a:chExt cx="1433417" cy="2584783"/>
            </a:xfrm>
          </p:grpSpPr>
          <p:grpSp>
            <p:nvGrpSpPr>
              <p:cNvPr id="3577" name="Google Shape;3577;p91"/>
              <p:cNvGrpSpPr/>
              <p:nvPr/>
            </p:nvGrpSpPr>
            <p:grpSpPr>
              <a:xfrm rot="10800000">
                <a:off x="-64595" y="-645596"/>
                <a:ext cx="1134849" cy="2370191"/>
                <a:chOff x="-575575" y="3685599"/>
                <a:chExt cx="1421048" cy="2967932"/>
              </a:xfrm>
            </p:grpSpPr>
            <p:sp>
              <p:nvSpPr>
                <p:cNvPr id="3578" name="Google Shape;3578;p91"/>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91"/>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80" name="Google Shape;3580;p91"/>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91"/>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2" name="Google Shape;3582;p91"/>
              <p:cNvGrpSpPr/>
              <p:nvPr/>
            </p:nvGrpSpPr>
            <p:grpSpPr>
              <a:xfrm flipH="1" rot="-2700000">
                <a:off x="-216370" y="1084101"/>
                <a:ext cx="708093" cy="708493"/>
                <a:chOff x="3678700" y="407275"/>
                <a:chExt cx="708100" cy="708500"/>
              </a:xfrm>
            </p:grpSpPr>
            <p:sp>
              <p:nvSpPr>
                <p:cNvPr id="3583" name="Google Shape;3583;p9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9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9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9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9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9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9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90" name="Google Shape;3590;p91"/>
            <p:cNvGrpSpPr/>
            <p:nvPr/>
          </p:nvGrpSpPr>
          <p:grpSpPr>
            <a:xfrm rot="10800000">
              <a:off x="6566100" y="233963"/>
              <a:ext cx="4558967" cy="134100"/>
              <a:chOff x="796100" y="3019701"/>
              <a:chExt cx="4558967" cy="134100"/>
            </a:xfrm>
          </p:grpSpPr>
          <p:sp>
            <p:nvSpPr>
              <p:cNvPr id="3591" name="Google Shape;3591;p9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92" name="Google Shape;3592;p9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93" name="Google Shape;3593;p9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3594" name="Shape 3594"/>
        <p:cNvGrpSpPr/>
        <p:nvPr/>
      </p:nvGrpSpPr>
      <p:grpSpPr>
        <a:xfrm>
          <a:off x="0" y="0"/>
          <a:ext cx="0" cy="0"/>
          <a:chOff x="0" y="0"/>
          <a:chExt cx="0" cy="0"/>
        </a:xfrm>
      </p:grpSpPr>
      <p:grpSp>
        <p:nvGrpSpPr>
          <p:cNvPr id="3595" name="Google Shape;3595;p92"/>
          <p:cNvGrpSpPr/>
          <p:nvPr/>
        </p:nvGrpSpPr>
        <p:grpSpPr>
          <a:xfrm>
            <a:off x="5404975" y="2221118"/>
            <a:ext cx="4263000" cy="3617400"/>
            <a:chOff x="5328775" y="2221118"/>
            <a:chExt cx="4263000" cy="3617400"/>
          </a:xfrm>
        </p:grpSpPr>
        <p:sp>
          <p:nvSpPr>
            <p:cNvPr id="3596" name="Google Shape;3596;p92"/>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7" name="Google Shape;3597;p92"/>
            <p:cNvGrpSpPr/>
            <p:nvPr/>
          </p:nvGrpSpPr>
          <p:grpSpPr>
            <a:xfrm>
              <a:off x="7218100" y="4855088"/>
              <a:ext cx="931125" cy="525763"/>
              <a:chOff x="7218100" y="4855088"/>
              <a:chExt cx="931125" cy="525763"/>
            </a:xfrm>
          </p:grpSpPr>
          <p:grpSp>
            <p:nvGrpSpPr>
              <p:cNvPr id="3598" name="Google Shape;3598;p92"/>
              <p:cNvGrpSpPr/>
              <p:nvPr/>
            </p:nvGrpSpPr>
            <p:grpSpPr>
              <a:xfrm>
                <a:off x="7710025" y="4941750"/>
                <a:ext cx="439200" cy="439100"/>
                <a:chOff x="1101075" y="2142375"/>
                <a:chExt cx="439200" cy="439100"/>
              </a:xfrm>
            </p:grpSpPr>
            <p:sp>
              <p:nvSpPr>
                <p:cNvPr id="3599" name="Google Shape;3599;p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1" name="Google Shape;3601;p92"/>
              <p:cNvGrpSpPr/>
              <p:nvPr/>
            </p:nvGrpSpPr>
            <p:grpSpPr>
              <a:xfrm>
                <a:off x="7218100" y="4855088"/>
                <a:ext cx="439200" cy="439100"/>
                <a:chOff x="1101075" y="2142375"/>
                <a:chExt cx="439200" cy="439100"/>
              </a:xfrm>
            </p:grpSpPr>
            <p:sp>
              <p:nvSpPr>
                <p:cNvPr id="3602" name="Google Shape;3602;p9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9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3604" name="Google Shape;3604;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3605" name="Google Shape;3605;p92"/>
          <p:cNvGrpSpPr/>
          <p:nvPr/>
        </p:nvGrpSpPr>
        <p:grpSpPr>
          <a:xfrm>
            <a:off x="-2175000" y="3012192"/>
            <a:ext cx="3701086" cy="3345172"/>
            <a:chOff x="-1886500" y="2599117"/>
            <a:chExt cx="3701086" cy="3345172"/>
          </a:xfrm>
        </p:grpSpPr>
        <p:pic>
          <p:nvPicPr>
            <p:cNvPr id="3606" name="Google Shape;3606;p92"/>
            <p:cNvPicPr preferRelativeResize="0"/>
            <p:nvPr/>
          </p:nvPicPr>
          <p:blipFill rotWithShape="1">
            <a:blip r:embed="rId2">
              <a:alphaModFix/>
            </a:blip>
            <a:srcRect b="26177" l="16960" r="7121" t="24718"/>
            <a:stretch/>
          </p:blipFill>
          <p:spPr>
            <a:xfrm rot="10800000">
              <a:off x="-1886500" y="3119537"/>
              <a:ext cx="3701086" cy="2824751"/>
            </a:xfrm>
            <a:prstGeom prst="rect">
              <a:avLst/>
            </a:prstGeom>
            <a:noFill/>
            <a:ln>
              <a:noFill/>
            </a:ln>
          </p:spPr>
        </p:pic>
        <p:sp>
          <p:nvSpPr>
            <p:cNvPr id="3607" name="Google Shape;3607;p92"/>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92"/>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9" name="Google Shape;3609;p92"/>
            <p:cNvGrpSpPr/>
            <p:nvPr/>
          </p:nvGrpSpPr>
          <p:grpSpPr>
            <a:xfrm rot="10800000">
              <a:off x="-37979" y="5013439"/>
              <a:ext cx="134004" cy="134004"/>
              <a:chOff x="8356813" y="1074288"/>
              <a:chExt cx="351900" cy="351900"/>
            </a:xfrm>
          </p:grpSpPr>
          <p:sp>
            <p:nvSpPr>
              <p:cNvPr id="3610" name="Google Shape;3610;p9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9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2" name="Google Shape;3612;p92"/>
            <p:cNvGrpSpPr/>
            <p:nvPr/>
          </p:nvGrpSpPr>
          <p:grpSpPr>
            <a:xfrm rot="10800000">
              <a:off x="447446" y="4173589"/>
              <a:ext cx="134004" cy="134004"/>
              <a:chOff x="8356813" y="1074288"/>
              <a:chExt cx="351900" cy="351900"/>
            </a:xfrm>
          </p:grpSpPr>
          <p:sp>
            <p:nvSpPr>
              <p:cNvPr id="3613" name="Google Shape;3613;p9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9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5" name="Google Shape;3615;p92"/>
            <p:cNvGrpSpPr/>
            <p:nvPr/>
          </p:nvGrpSpPr>
          <p:grpSpPr>
            <a:xfrm rot="10800000">
              <a:off x="539621" y="2985514"/>
              <a:ext cx="134004" cy="134004"/>
              <a:chOff x="8356813" y="1074288"/>
              <a:chExt cx="351900" cy="351900"/>
            </a:xfrm>
          </p:grpSpPr>
          <p:sp>
            <p:nvSpPr>
              <p:cNvPr id="3616" name="Google Shape;3616;p9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9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8" name="Google Shape;3618;p92"/>
          <p:cNvGrpSpPr/>
          <p:nvPr/>
        </p:nvGrpSpPr>
        <p:grpSpPr>
          <a:xfrm>
            <a:off x="5928900" y="-249669"/>
            <a:ext cx="5688165" cy="3493826"/>
            <a:chOff x="5852700" y="-249669"/>
            <a:chExt cx="5688165" cy="3493826"/>
          </a:xfrm>
        </p:grpSpPr>
        <p:grpSp>
          <p:nvGrpSpPr>
            <p:cNvPr id="3619" name="Google Shape;3619;p92"/>
            <p:cNvGrpSpPr/>
            <p:nvPr/>
          </p:nvGrpSpPr>
          <p:grpSpPr>
            <a:xfrm>
              <a:off x="8783705" y="1899359"/>
              <a:ext cx="402160" cy="1344798"/>
              <a:chOff x="8668555" y="1976884"/>
              <a:chExt cx="402160" cy="1344798"/>
            </a:xfrm>
          </p:grpSpPr>
          <p:sp>
            <p:nvSpPr>
              <p:cNvPr id="3620" name="Google Shape;3620;p92"/>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92"/>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2" name="Google Shape;3622;p92"/>
            <p:cNvGrpSpPr/>
            <p:nvPr/>
          </p:nvGrpSpPr>
          <p:grpSpPr>
            <a:xfrm>
              <a:off x="8598675" y="1421188"/>
              <a:ext cx="904666" cy="726121"/>
              <a:chOff x="7945225" y="4302000"/>
              <a:chExt cx="904666" cy="726121"/>
            </a:xfrm>
          </p:grpSpPr>
          <p:sp>
            <p:nvSpPr>
              <p:cNvPr id="3623" name="Google Shape;3623;p9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9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9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6" name="Google Shape;3626;p92"/>
            <p:cNvGrpSpPr/>
            <p:nvPr/>
          </p:nvGrpSpPr>
          <p:grpSpPr>
            <a:xfrm flipH="1" rot="10800000">
              <a:off x="7579756" y="-249669"/>
              <a:ext cx="2601921" cy="2438355"/>
              <a:chOff x="7340128" y="2866613"/>
              <a:chExt cx="2439225" cy="2438355"/>
            </a:xfrm>
          </p:grpSpPr>
          <p:sp>
            <p:nvSpPr>
              <p:cNvPr id="3627" name="Google Shape;3627;p92"/>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92"/>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9" name="Google Shape;3629;p92"/>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0" name="Google Shape;3630;p92"/>
            <p:cNvGrpSpPr/>
            <p:nvPr/>
          </p:nvGrpSpPr>
          <p:grpSpPr>
            <a:xfrm>
              <a:off x="6917701" y="246011"/>
              <a:ext cx="4623164" cy="134100"/>
              <a:chOff x="6917701" y="246011"/>
              <a:chExt cx="4623164" cy="134100"/>
            </a:xfrm>
          </p:grpSpPr>
          <p:sp>
            <p:nvSpPr>
              <p:cNvPr id="3631" name="Google Shape;3631;p92"/>
              <p:cNvSpPr/>
              <p:nvPr/>
            </p:nvSpPr>
            <p:spPr>
              <a:xfrm flipH="1">
                <a:off x="6917701" y="24601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92"/>
              <p:cNvSpPr/>
              <p:nvPr/>
            </p:nvSpPr>
            <p:spPr>
              <a:xfrm flipH="1">
                <a:off x="6947889" y="27615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33" name="Google Shape;3633;p92"/>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3634" name="Shape 3634"/>
        <p:cNvGrpSpPr/>
        <p:nvPr/>
      </p:nvGrpSpPr>
      <p:grpSpPr>
        <a:xfrm>
          <a:off x="0" y="0"/>
          <a:ext cx="0" cy="0"/>
          <a:chOff x="0" y="0"/>
          <a:chExt cx="0" cy="0"/>
        </a:xfrm>
      </p:grpSpPr>
      <p:sp>
        <p:nvSpPr>
          <p:cNvPr id="3635" name="Google Shape;3635;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3636" name="Google Shape;3636;p93"/>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637" name="Google Shape;3637;p93"/>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638" name="Google Shape;3638;p93"/>
          <p:cNvGrpSpPr/>
          <p:nvPr/>
        </p:nvGrpSpPr>
        <p:grpSpPr>
          <a:xfrm>
            <a:off x="-96329" y="4888563"/>
            <a:ext cx="1590408" cy="88125"/>
            <a:chOff x="124624" y="4953514"/>
            <a:chExt cx="1137387" cy="88142"/>
          </a:xfrm>
        </p:grpSpPr>
        <p:sp>
          <p:nvSpPr>
            <p:cNvPr id="3639" name="Google Shape;3639;p93"/>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93"/>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1" name="Google Shape;3641;p93"/>
          <p:cNvGrpSpPr/>
          <p:nvPr/>
        </p:nvGrpSpPr>
        <p:grpSpPr>
          <a:xfrm>
            <a:off x="6883700" y="1385725"/>
            <a:ext cx="4028179" cy="5283555"/>
            <a:chOff x="6883700" y="1385725"/>
            <a:chExt cx="4028179" cy="5283555"/>
          </a:xfrm>
        </p:grpSpPr>
        <p:sp>
          <p:nvSpPr>
            <p:cNvPr id="3642" name="Google Shape;3642;p93"/>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93"/>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93"/>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93"/>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6" name="Google Shape;3646;p93"/>
          <p:cNvGrpSpPr/>
          <p:nvPr/>
        </p:nvGrpSpPr>
        <p:grpSpPr>
          <a:xfrm>
            <a:off x="4598006" y="-1699037"/>
            <a:ext cx="5579794" cy="3203424"/>
            <a:chOff x="4521806" y="-1546637"/>
            <a:chExt cx="5579794" cy="3203424"/>
          </a:xfrm>
        </p:grpSpPr>
        <p:grpSp>
          <p:nvGrpSpPr>
            <p:cNvPr id="3647" name="Google Shape;3647;p93"/>
            <p:cNvGrpSpPr/>
            <p:nvPr/>
          </p:nvGrpSpPr>
          <p:grpSpPr>
            <a:xfrm>
              <a:off x="4619858" y="-154439"/>
              <a:ext cx="916824" cy="700199"/>
              <a:chOff x="4619858" y="-154439"/>
              <a:chExt cx="916824" cy="700199"/>
            </a:xfrm>
          </p:grpSpPr>
          <p:sp>
            <p:nvSpPr>
              <p:cNvPr id="3648" name="Google Shape;3648;p93"/>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93"/>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93"/>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51" name="Google Shape;3651;p93"/>
            <p:cNvPicPr preferRelativeResize="0"/>
            <p:nvPr/>
          </p:nvPicPr>
          <p:blipFill rotWithShape="1">
            <a:blip r:embed="rId2">
              <a:alphaModFix/>
            </a:blip>
            <a:srcRect b="26177" l="16960" r="7121" t="24718"/>
            <a:stretch/>
          </p:blipFill>
          <p:spPr>
            <a:xfrm>
              <a:off x="5904350" y="-1546637"/>
              <a:ext cx="4197251" cy="3203424"/>
            </a:xfrm>
            <a:prstGeom prst="rect">
              <a:avLst/>
            </a:prstGeom>
            <a:noFill/>
            <a:ln>
              <a:noFill/>
            </a:ln>
          </p:spPr>
        </p:pic>
        <p:sp>
          <p:nvSpPr>
            <p:cNvPr id="3652" name="Google Shape;3652;p93"/>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93"/>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4" name="Google Shape;3654;p93"/>
            <p:cNvGrpSpPr/>
            <p:nvPr/>
          </p:nvGrpSpPr>
          <p:grpSpPr>
            <a:xfrm rot="10800000">
              <a:off x="8323180" y="210225"/>
              <a:ext cx="1493503" cy="88125"/>
              <a:chOff x="124624" y="4953514"/>
              <a:chExt cx="1137387" cy="88142"/>
            </a:xfrm>
          </p:grpSpPr>
          <p:sp>
            <p:nvSpPr>
              <p:cNvPr id="3655" name="Google Shape;3655;p93"/>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93"/>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7" name="Google Shape;3657;p93"/>
            <p:cNvGrpSpPr/>
            <p:nvPr/>
          </p:nvGrpSpPr>
          <p:grpSpPr>
            <a:xfrm>
              <a:off x="4619231" y="-32636"/>
              <a:ext cx="254987" cy="255131"/>
              <a:chOff x="3678700" y="407275"/>
              <a:chExt cx="708100" cy="708500"/>
            </a:xfrm>
          </p:grpSpPr>
          <p:sp>
            <p:nvSpPr>
              <p:cNvPr id="3658" name="Google Shape;3658;p9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9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9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9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9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9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9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5" name="Google Shape;3665;p93"/>
            <p:cNvGrpSpPr/>
            <p:nvPr/>
          </p:nvGrpSpPr>
          <p:grpSpPr>
            <a:xfrm>
              <a:off x="4521806" y="126714"/>
              <a:ext cx="254987" cy="255131"/>
              <a:chOff x="3678700" y="407275"/>
              <a:chExt cx="708100" cy="708500"/>
            </a:xfrm>
          </p:grpSpPr>
          <p:sp>
            <p:nvSpPr>
              <p:cNvPr id="3666" name="Google Shape;3666;p9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9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9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9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9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9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9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3673" name="Shape 3673"/>
        <p:cNvGrpSpPr/>
        <p:nvPr/>
      </p:nvGrpSpPr>
      <p:grpSpPr>
        <a:xfrm>
          <a:off x="0" y="0"/>
          <a:ext cx="0" cy="0"/>
          <a:chOff x="0" y="0"/>
          <a:chExt cx="0" cy="0"/>
        </a:xfrm>
      </p:grpSpPr>
      <p:sp>
        <p:nvSpPr>
          <p:cNvPr id="3674" name="Google Shape;3674;p94"/>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75" name="Google Shape;3675;p94"/>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676" name="Google Shape;3676;p94"/>
          <p:cNvGrpSpPr/>
          <p:nvPr/>
        </p:nvGrpSpPr>
        <p:grpSpPr>
          <a:xfrm>
            <a:off x="-1623735" y="2499757"/>
            <a:ext cx="5119205" cy="4373890"/>
            <a:chOff x="-1547535" y="2499757"/>
            <a:chExt cx="5119205" cy="4373890"/>
          </a:xfrm>
        </p:grpSpPr>
        <p:pic>
          <p:nvPicPr>
            <p:cNvPr id="3677" name="Google Shape;3677;p94"/>
            <p:cNvPicPr preferRelativeResize="0"/>
            <p:nvPr/>
          </p:nvPicPr>
          <p:blipFill rotWithShape="1">
            <a:blip r:embed="rId2">
              <a:alphaModFix/>
            </a:blip>
            <a:srcRect b="26177" l="16960" r="7121" t="24718"/>
            <a:stretch/>
          </p:blipFill>
          <p:spPr>
            <a:xfrm rot="-5400000">
              <a:off x="-1751185" y="3417285"/>
              <a:ext cx="3920501" cy="2992224"/>
            </a:xfrm>
            <a:prstGeom prst="rect">
              <a:avLst/>
            </a:prstGeom>
            <a:noFill/>
            <a:ln>
              <a:noFill/>
            </a:ln>
          </p:spPr>
        </p:pic>
        <p:grpSp>
          <p:nvGrpSpPr>
            <p:cNvPr id="3678" name="Google Shape;3678;p94"/>
            <p:cNvGrpSpPr/>
            <p:nvPr/>
          </p:nvGrpSpPr>
          <p:grpSpPr>
            <a:xfrm rot="-5400000">
              <a:off x="123777" y="4587830"/>
              <a:ext cx="480890" cy="481200"/>
              <a:chOff x="959750" y="3039275"/>
              <a:chExt cx="582050" cy="582425"/>
            </a:xfrm>
          </p:grpSpPr>
          <p:sp>
            <p:nvSpPr>
              <p:cNvPr id="3679" name="Google Shape;3679;p9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9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9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9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9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9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9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6" name="Google Shape;3686;p94"/>
            <p:cNvGrpSpPr/>
            <p:nvPr/>
          </p:nvGrpSpPr>
          <p:grpSpPr>
            <a:xfrm rot="-5400000">
              <a:off x="-564590" y="2079321"/>
              <a:ext cx="3153315" cy="5119205"/>
              <a:chOff x="6643701" y="816087"/>
              <a:chExt cx="3153315" cy="5119205"/>
            </a:xfrm>
          </p:grpSpPr>
          <p:sp>
            <p:nvSpPr>
              <p:cNvPr id="3687" name="Google Shape;3687;p94"/>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8" name="Google Shape;3688;p94"/>
              <p:cNvGrpSpPr/>
              <p:nvPr/>
            </p:nvGrpSpPr>
            <p:grpSpPr>
              <a:xfrm>
                <a:off x="8062611" y="3503222"/>
                <a:ext cx="134004" cy="134004"/>
                <a:chOff x="8356813" y="1074288"/>
                <a:chExt cx="351900" cy="351900"/>
              </a:xfrm>
            </p:grpSpPr>
            <p:sp>
              <p:nvSpPr>
                <p:cNvPr id="3689" name="Google Shape;3689;p9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9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1" name="Google Shape;3691;p94"/>
              <p:cNvGrpSpPr/>
              <p:nvPr/>
            </p:nvGrpSpPr>
            <p:grpSpPr>
              <a:xfrm>
                <a:off x="7678536" y="3129397"/>
                <a:ext cx="134004" cy="134004"/>
                <a:chOff x="8356813" y="1074288"/>
                <a:chExt cx="351900" cy="351900"/>
              </a:xfrm>
            </p:grpSpPr>
            <p:sp>
              <p:nvSpPr>
                <p:cNvPr id="3692" name="Google Shape;3692;p9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9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4" name="Google Shape;3694;p94"/>
              <p:cNvGrpSpPr/>
              <p:nvPr/>
            </p:nvGrpSpPr>
            <p:grpSpPr>
              <a:xfrm>
                <a:off x="8671986" y="2443197"/>
                <a:ext cx="134004" cy="134004"/>
                <a:chOff x="8356813" y="1074288"/>
                <a:chExt cx="351900" cy="351900"/>
              </a:xfrm>
            </p:grpSpPr>
            <p:sp>
              <p:nvSpPr>
                <p:cNvPr id="3695" name="Google Shape;3695;p9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9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697" name="Google Shape;3697;p94"/>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8" name="Google Shape;3698;p94"/>
            <p:cNvGrpSpPr/>
            <p:nvPr/>
          </p:nvGrpSpPr>
          <p:grpSpPr>
            <a:xfrm rot="-5400000">
              <a:off x="99300" y="3411735"/>
              <a:ext cx="88151" cy="2151709"/>
              <a:chOff x="3054755" y="4367024"/>
              <a:chExt cx="88142" cy="1137387"/>
            </a:xfrm>
          </p:grpSpPr>
          <p:sp>
            <p:nvSpPr>
              <p:cNvPr id="3699" name="Google Shape;3699;p94"/>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0" name="Google Shape;3700;p94"/>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1" name="Google Shape;3701;p94"/>
            <p:cNvGrpSpPr/>
            <p:nvPr/>
          </p:nvGrpSpPr>
          <p:grpSpPr>
            <a:xfrm rot="-5400000">
              <a:off x="-28713" y="3651410"/>
              <a:ext cx="88151" cy="2151709"/>
              <a:chOff x="3054755" y="4367024"/>
              <a:chExt cx="88142" cy="1137387"/>
            </a:xfrm>
          </p:grpSpPr>
          <p:sp>
            <p:nvSpPr>
              <p:cNvPr id="3702" name="Google Shape;3702;p94"/>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94"/>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04" name="Google Shape;3704;p94"/>
          <p:cNvGrpSpPr/>
          <p:nvPr/>
        </p:nvGrpSpPr>
        <p:grpSpPr>
          <a:xfrm rot="-5400000">
            <a:off x="7274810" y="-1067450"/>
            <a:ext cx="3920501" cy="3213899"/>
            <a:chOff x="6643710" y="2822113"/>
            <a:chExt cx="3920501" cy="3213899"/>
          </a:xfrm>
        </p:grpSpPr>
        <p:pic>
          <p:nvPicPr>
            <p:cNvPr id="3705" name="Google Shape;3705;p94"/>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sp>
          <p:nvSpPr>
            <p:cNvPr id="3706" name="Google Shape;3706;p94"/>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94"/>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94"/>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9" name="Google Shape;3709;p94"/>
            <p:cNvGrpSpPr/>
            <p:nvPr/>
          </p:nvGrpSpPr>
          <p:grpSpPr>
            <a:xfrm>
              <a:off x="8671987" y="3471620"/>
              <a:ext cx="699928" cy="1651024"/>
              <a:chOff x="8337812" y="3492483"/>
              <a:chExt cx="699928" cy="1651024"/>
            </a:xfrm>
          </p:grpSpPr>
          <p:sp>
            <p:nvSpPr>
              <p:cNvPr id="3710" name="Google Shape;3710;p9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1" name="Google Shape;3711;p9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2" name="Google Shape;3712;p9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3" name="Google Shape;3713;p94"/>
            <p:cNvGrpSpPr/>
            <p:nvPr/>
          </p:nvGrpSpPr>
          <p:grpSpPr>
            <a:xfrm>
              <a:off x="8279400" y="4281138"/>
              <a:ext cx="904666" cy="726121"/>
              <a:chOff x="7945225" y="4302000"/>
              <a:chExt cx="904666" cy="726121"/>
            </a:xfrm>
          </p:grpSpPr>
          <p:sp>
            <p:nvSpPr>
              <p:cNvPr id="3714" name="Google Shape;3714;p9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9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9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3717" name="Shape 3717"/>
        <p:cNvGrpSpPr/>
        <p:nvPr/>
      </p:nvGrpSpPr>
      <p:grpSpPr>
        <a:xfrm>
          <a:off x="0" y="0"/>
          <a:ext cx="0" cy="0"/>
          <a:chOff x="0" y="0"/>
          <a:chExt cx="0" cy="0"/>
        </a:xfrm>
      </p:grpSpPr>
      <p:sp>
        <p:nvSpPr>
          <p:cNvPr id="3718" name="Google Shape;3718;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19" name="Google Shape;3719;p95"/>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AutoNum type="arabicPeriod"/>
              <a:defRPr/>
            </a:lvl1pPr>
            <a:lvl2pPr indent="-304800" lvl="1" marL="91440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3720" name="Google Shape;3720;p95"/>
          <p:cNvGrpSpPr/>
          <p:nvPr/>
        </p:nvGrpSpPr>
        <p:grpSpPr>
          <a:xfrm>
            <a:off x="6846993" y="-1382193"/>
            <a:ext cx="4230595" cy="4230595"/>
            <a:chOff x="6597168" y="-1305993"/>
            <a:chExt cx="4230595" cy="4230595"/>
          </a:xfrm>
        </p:grpSpPr>
        <p:sp>
          <p:nvSpPr>
            <p:cNvPr id="3721" name="Google Shape;3721;p95"/>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95"/>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95"/>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4" name="Google Shape;3724;p95"/>
            <p:cNvGrpSpPr/>
            <p:nvPr/>
          </p:nvGrpSpPr>
          <p:grpSpPr>
            <a:xfrm>
              <a:off x="8449011" y="1244697"/>
              <a:ext cx="134100" cy="134100"/>
              <a:chOff x="-1999139" y="3143772"/>
              <a:chExt cx="134100" cy="134100"/>
            </a:xfrm>
          </p:grpSpPr>
          <p:sp>
            <p:nvSpPr>
              <p:cNvPr id="3725" name="Google Shape;3725;p95"/>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95"/>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7" name="Google Shape;3727;p95"/>
            <p:cNvGrpSpPr/>
            <p:nvPr/>
          </p:nvGrpSpPr>
          <p:grpSpPr>
            <a:xfrm>
              <a:off x="8577286" y="2178484"/>
              <a:ext cx="134100" cy="134100"/>
              <a:chOff x="-1999139" y="3143772"/>
              <a:chExt cx="134100" cy="134100"/>
            </a:xfrm>
          </p:grpSpPr>
          <p:sp>
            <p:nvSpPr>
              <p:cNvPr id="3728" name="Google Shape;3728;p95"/>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95"/>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0" name="Google Shape;3730;p95"/>
            <p:cNvGrpSpPr/>
            <p:nvPr/>
          </p:nvGrpSpPr>
          <p:grpSpPr>
            <a:xfrm>
              <a:off x="8526386" y="311022"/>
              <a:ext cx="134004" cy="134004"/>
              <a:chOff x="8356813" y="1074288"/>
              <a:chExt cx="351900" cy="351900"/>
            </a:xfrm>
          </p:grpSpPr>
          <p:sp>
            <p:nvSpPr>
              <p:cNvPr id="3731" name="Google Shape;3731;p9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9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733" name="Google Shape;3733;p95"/>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3734" name="Google Shape;3734;p95"/>
          <p:cNvGrpSpPr/>
          <p:nvPr/>
        </p:nvGrpSpPr>
        <p:grpSpPr>
          <a:xfrm rot="5400000">
            <a:off x="-1981527" y="1924690"/>
            <a:ext cx="6191222" cy="6191222"/>
            <a:chOff x="-2825827" y="1271890"/>
            <a:chExt cx="6191222" cy="6191222"/>
          </a:xfrm>
        </p:grpSpPr>
        <p:pic>
          <p:nvPicPr>
            <p:cNvPr id="3735" name="Google Shape;3735;p95"/>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3736" name="Google Shape;3736;p95"/>
            <p:cNvGrpSpPr/>
            <p:nvPr/>
          </p:nvGrpSpPr>
          <p:grpSpPr>
            <a:xfrm>
              <a:off x="-2825827" y="1271890"/>
              <a:ext cx="6191222" cy="6191222"/>
              <a:chOff x="-2825827" y="1271890"/>
              <a:chExt cx="6191222" cy="6191222"/>
            </a:xfrm>
          </p:grpSpPr>
          <p:sp>
            <p:nvSpPr>
              <p:cNvPr id="3737" name="Google Shape;3737;p95"/>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95"/>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9" name="Google Shape;3739;p95"/>
              <p:cNvGrpSpPr/>
              <p:nvPr/>
            </p:nvGrpSpPr>
            <p:grpSpPr>
              <a:xfrm rot="10800000">
                <a:off x="384881" y="3042905"/>
                <a:ext cx="134100" cy="134100"/>
                <a:chOff x="-1999139" y="3143772"/>
                <a:chExt cx="134100" cy="134100"/>
              </a:xfrm>
            </p:grpSpPr>
            <p:sp>
              <p:nvSpPr>
                <p:cNvPr id="3740" name="Google Shape;3740;p95"/>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95"/>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2" name="Google Shape;3742;p95"/>
              <p:cNvGrpSpPr/>
              <p:nvPr/>
            </p:nvGrpSpPr>
            <p:grpSpPr>
              <a:xfrm rot="10800000">
                <a:off x="146106" y="3710980"/>
                <a:ext cx="134100" cy="134100"/>
                <a:chOff x="-1999139" y="3143772"/>
                <a:chExt cx="134100" cy="134100"/>
              </a:xfrm>
            </p:grpSpPr>
            <p:sp>
              <p:nvSpPr>
                <p:cNvPr id="3743" name="Google Shape;3743;p95"/>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95"/>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45" name="Google Shape;3745;p95"/>
              <p:cNvGrpSpPr/>
              <p:nvPr/>
            </p:nvGrpSpPr>
            <p:grpSpPr>
              <a:xfrm>
                <a:off x="-102297" y="3780153"/>
                <a:ext cx="939901" cy="2449421"/>
                <a:chOff x="-102297" y="3780153"/>
                <a:chExt cx="939901" cy="2449421"/>
              </a:xfrm>
            </p:grpSpPr>
            <p:sp>
              <p:nvSpPr>
                <p:cNvPr id="3746" name="Google Shape;3746;p95"/>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95"/>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48" name="Google Shape;3748;p95"/>
                <p:cNvGrpSpPr/>
                <p:nvPr/>
              </p:nvGrpSpPr>
              <p:grpSpPr>
                <a:xfrm rot="10800000">
                  <a:off x="532825" y="5492502"/>
                  <a:ext cx="134004" cy="134004"/>
                  <a:chOff x="8356813" y="1074288"/>
                  <a:chExt cx="351900" cy="351900"/>
                </a:xfrm>
              </p:grpSpPr>
              <p:sp>
                <p:nvSpPr>
                  <p:cNvPr id="3749" name="Google Shape;3749;p9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9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3751" name="Shape 3751"/>
        <p:cNvGrpSpPr/>
        <p:nvPr/>
      </p:nvGrpSpPr>
      <p:grpSpPr>
        <a:xfrm>
          <a:off x="0" y="0"/>
          <a:ext cx="0" cy="0"/>
          <a:chOff x="0" y="0"/>
          <a:chExt cx="0" cy="0"/>
        </a:xfrm>
      </p:grpSpPr>
      <p:grpSp>
        <p:nvGrpSpPr>
          <p:cNvPr id="3752" name="Google Shape;3752;p96"/>
          <p:cNvGrpSpPr/>
          <p:nvPr/>
        </p:nvGrpSpPr>
        <p:grpSpPr>
          <a:xfrm>
            <a:off x="4582521" y="2433470"/>
            <a:ext cx="5022035" cy="4764449"/>
            <a:chOff x="4571996" y="2268220"/>
            <a:chExt cx="5022035" cy="4764449"/>
          </a:xfrm>
        </p:grpSpPr>
        <p:pic>
          <p:nvPicPr>
            <p:cNvPr id="3753" name="Google Shape;3753;p96"/>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3754" name="Google Shape;3754;p96"/>
            <p:cNvGrpSpPr/>
            <p:nvPr/>
          </p:nvGrpSpPr>
          <p:grpSpPr>
            <a:xfrm rot="10800000">
              <a:off x="4571996" y="2268220"/>
              <a:ext cx="5022035" cy="4764449"/>
              <a:chOff x="-494406" y="-1584825"/>
              <a:chExt cx="4397193" cy="4171657"/>
            </a:xfrm>
          </p:grpSpPr>
          <p:grpSp>
            <p:nvGrpSpPr>
              <p:cNvPr id="3755" name="Google Shape;3755;p96"/>
              <p:cNvGrpSpPr/>
              <p:nvPr/>
            </p:nvGrpSpPr>
            <p:grpSpPr>
              <a:xfrm>
                <a:off x="245875" y="-51824"/>
                <a:ext cx="208200" cy="1824700"/>
                <a:chOff x="1040050" y="3812126"/>
                <a:chExt cx="208200" cy="1824700"/>
              </a:xfrm>
            </p:grpSpPr>
            <p:sp>
              <p:nvSpPr>
                <p:cNvPr id="3756" name="Google Shape;3756;p96"/>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96"/>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58" name="Google Shape;3758;p96"/>
              <p:cNvGrpSpPr/>
              <p:nvPr/>
            </p:nvGrpSpPr>
            <p:grpSpPr>
              <a:xfrm rot="-8100000">
                <a:off x="540898" y="-1172741"/>
                <a:ext cx="2552124" cy="3347490"/>
                <a:chOff x="2976325" y="908175"/>
                <a:chExt cx="4028179" cy="5283555"/>
              </a:xfrm>
            </p:grpSpPr>
            <p:sp>
              <p:nvSpPr>
                <p:cNvPr id="3759" name="Google Shape;3759;p9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9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9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96"/>
              <p:cNvGrpSpPr/>
              <p:nvPr/>
            </p:nvGrpSpPr>
            <p:grpSpPr>
              <a:xfrm>
                <a:off x="-1" y="621223"/>
                <a:ext cx="699940" cy="478601"/>
                <a:chOff x="39722" y="4349021"/>
                <a:chExt cx="1061964" cy="726143"/>
              </a:xfrm>
            </p:grpSpPr>
            <p:grpSp>
              <p:nvGrpSpPr>
                <p:cNvPr id="3763" name="Google Shape;3763;p96"/>
                <p:cNvGrpSpPr/>
                <p:nvPr/>
              </p:nvGrpSpPr>
              <p:grpSpPr>
                <a:xfrm rot="2700000">
                  <a:off x="140502" y="4460924"/>
                  <a:ext cx="524584" cy="502337"/>
                  <a:chOff x="1189791" y="-1767331"/>
                  <a:chExt cx="904284" cy="865933"/>
                </a:xfrm>
              </p:grpSpPr>
              <p:sp>
                <p:nvSpPr>
                  <p:cNvPr id="3764" name="Google Shape;3764;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65" name="Google Shape;3765;p96"/>
                  <p:cNvGrpSpPr/>
                  <p:nvPr/>
                </p:nvGrpSpPr>
                <p:grpSpPr>
                  <a:xfrm>
                    <a:off x="1232795" y="-1740829"/>
                    <a:ext cx="717621" cy="717392"/>
                    <a:chOff x="1483457" y="3953671"/>
                    <a:chExt cx="717621" cy="717392"/>
                  </a:xfrm>
                </p:grpSpPr>
                <p:sp>
                  <p:nvSpPr>
                    <p:cNvPr id="3766" name="Google Shape;3766;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1" name="Google Shape;3771;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2" name="Google Shape;3772;p96"/>
              <p:cNvGrpSpPr/>
              <p:nvPr/>
            </p:nvGrpSpPr>
            <p:grpSpPr>
              <a:xfrm>
                <a:off x="955673" y="11"/>
                <a:ext cx="592576" cy="405260"/>
                <a:chOff x="39722" y="4349021"/>
                <a:chExt cx="1061964" cy="726143"/>
              </a:xfrm>
            </p:grpSpPr>
            <p:grpSp>
              <p:nvGrpSpPr>
                <p:cNvPr id="3773" name="Google Shape;3773;p96"/>
                <p:cNvGrpSpPr/>
                <p:nvPr/>
              </p:nvGrpSpPr>
              <p:grpSpPr>
                <a:xfrm rot="2700000">
                  <a:off x="140502" y="4460924"/>
                  <a:ext cx="524584" cy="502337"/>
                  <a:chOff x="1189791" y="-1767331"/>
                  <a:chExt cx="904284" cy="865933"/>
                </a:xfrm>
              </p:grpSpPr>
              <p:sp>
                <p:nvSpPr>
                  <p:cNvPr id="3774" name="Google Shape;3774;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5" name="Google Shape;3775;p96"/>
                  <p:cNvGrpSpPr/>
                  <p:nvPr/>
                </p:nvGrpSpPr>
                <p:grpSpPr>
                  <a:xfrm>
                    <a:off x="1232795" y="-1740829"/>
                    <a:ext cx="717621" cy="717392"/>
                    <a:chOff x="1483457" y="3953671"/>
                    <a:chExt cx="717621" cy="717392"/>
                  </a:xfrm>
                </p:grpSpPr>
                <p:sp>
                  <p:nvSpPr>
                    <p:cNvPr id="3776" name="Google Shape;3776;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81" name="Google Shape;3781;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2" name="Google Shape;3782;p96"/>
              <p:cNvGrpSpPr/>
              <p:nvPr/>
            </p:nvGrpSpPr>
            <p:grpSpPr>
              <a:xfrm>
                <a:off x="441574" y="-36652"/>
                <a:ext cx="699940" cy="478601"/>
                <a:chOff x="39722" y="4349021"/>
                <a:chExt cx="1061964" cy="726143"/>
              </a:xfrm>
            </p:grpSpPr>
            <p:grpSp>
              <p:nvGrpSpPr>
                <p:cNvPr id="3783" name="Google Shape;3783;p96"/>
                <p:cNvGrpSpPr/>
                <p:nvPr/>
              </p:nvGrpSpPr>
              <p:grpSpPr>
                <a:xfrm rot="2700000">
                  <a:off x="140502" y="4460924"/>
                  <a:ext cx="524584" cy="502337"/>
                  <a:chOff x="1189791" y="-1767331"/>
                  <a:chExt cx="904284" cy="865933"/>
                </a:xfrm>
              </p:grpSpPr>
              <p:sp>
                <p:nvSpPr>
                  <p:cNvPr id="3784" name="Google Shape;3784;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85" name="Google Shape;3785;p96"/>
                  <p:cNvGrpSpPr/>
                  <p:nvPr/>
                </p:nvGrpSpPr>
                <p:grpSpPr>
                  <a:xfrm>
                    <a:off x="1232795" y="-1740829"/>
                    <a:ext cx="717621" cy="717392"/>
                    <a:chOff x="1483457" y="3953671"/>
                    <a:chExt cx="717621" cy="717392"/>
                  </a:xfrm>
                </p:grpSpPr>
                <p:sp>
                  <p:nvSpPr>
                    <p:cNvPr id="3786" name="Google Shape;3786;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8" name="Google Shape;3788;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91" name="Google Shape;3791;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2" name="Google Shape;3792;p96"/>
              <p:cNvGrpSpPr/>
              <p:nvPr/>
            </p:nvGrpSpPr>
            <p:grpSpPr>
              <a:xfrm>
                <a:off x="-494406" y="-252396"/>
                <a:ext cx="1741563" cy="1288563"/>
                <a:chOff x="-494406" y="-252396"/>
                <a:chExt cx="1741563" cy="1288563"/>
              </a:xfrm>
            </p:grpSpPr>
            <p:sp>
              <p:nvSpPr>
                <p:cNvPr id="3793" name="Google Shape;3793;p96"/>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96"/>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95" name="Google Shape;3795;p96"/>
            <p:cNvGrpSpPr/>
            <p:nvPr/>
          </p:nvGrpSpPr>
          <p:grpSpPr>
            <a:xfrm>
              <a:off x="5643425" y="4968525"/>
              <a:ext cx="439200" cy="439100"/>
              <a:chOff x="1101075" y="2142375"/>
              <a:chExt cx="439200" cy="439100"/>
            </a:xfrm>
          </p:grpSpPr>
          <p:sp>
            <p:nvSpPr>
              <p:cNvPr id="3796" name="Google Shape;3796;p9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9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98" name="Google Shape;3798;p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99" name="Google Shape;3799;p96"/>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3800" name="Google Shape;3800;p96"/>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3801" name="Google Shape;3801;p96"/>
          <p:cNvGrpSpPr/>
          <p:nvPr/>
        </p:nvGrpSpPr>
        <p:grpSpPr>
          <a:xfrm>
            <a:off x="-913829" y="-2335097"/>
            <a:ext cx="5022161" cy="4764814"/>
            <a:chOff x="-837629" y="-2258897"/>
            <a:chExt cx="5022161" cy="4764814"/>
          </a:xfrm>
        </p:grpSpPr>
        <p:grpSp>
          <p:nvGrpSpPr>
            <p:cNvPr id="3802" name="Google Shape;3802;p96"/>
            <p:cNvGrpSpPr/>
            <p:nvPr/>
          </p:nvGrpSpPr>
          <p:grpSpPr>
            <a:xfrm>
              <a:off x="-837629" y="-736613"/>
              <a:ext cx="1989039" cy="1471668"/>
              <a:chOff x="-494406" y="-252396"/>
              <a:chExt cx="1741563" cy="1288563"/>
            </a:xfrm>
          </p:grpSpPr>
          <p:sp>
            <p:nvSpPr>
              <p:cNvPr id="3803" name="Google Shape;3803;p96"/>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96"/>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5" name="Google Shape;3805;p96"/>
            <p:cNvGrpSpPr/>
            <p:nvPr/>
          </p:nvGrpSpPr>
          <p:grpSpPr>
            <a:xfrm rot="-8100000">
              <a:off x="344623" y="-1788220"/>
              <a:ext cx="2915004" cy="3823461"/>
              <a:chOff x="2976325" y="908175"/>
              <a:chExt cx="4028179" cy="5283555"/>
            </a:xfrm>
          </p:grpSpPr>
          <p:sp>
            <p:nvSpPr>
              <p:cNvPr id="3806" name="Google Shape;3806;p96"/>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96"/>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96"/>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09" name="Google Shape;3809;p96"/>
            <p:cNvGrpSpPr/>
            <p:nvPr/>
          </p:nvGrpSpPr>
          <p:grpSpPr>
            <a:xfrm>
              <a:off x="-272968" y="261330"/>
              <a:ext cx="799446" cy="546640"/>
              <a:chOff x="39722" y="4349021"/>
              <a:chExt cx="1061964" cy="726143"/>
            </a:xfrm>
          </p:grpSpPr>
          <p:grpSp>
            <p:nvGrpSpPr>
              <p:cNvPr id="3810" name="Google Shape;3810;p96"/>
              <p:cNvGrpSpPr/>
              <p:nvPr/>
            </p:nvGrpSpPr>
            <p:grpSpPr>
              <a:xfrm rot="2700000">
                <a:off x="140502" y="4460924"/>
                <a:ext cx="524584" cy="502337"/>
                <a:chOff x="1189791" y="-1767331"/>
                <a:chExt cx="904284" cy="865933"/>
              </a:xfrm>
            </p:grpSpPr>
            <p:sp>
              <p:nvSpPr>
                <p:cNvPr id="3811" name="Google Shape;3811;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2" name="Google Shape;3812;p96"/>
                <p:cNvGrpSpPr/>
                <p:nvPr/>
              </p:nvGrpSpPr>
              <p:grpSpPr>
                <a:xfrm>
                  <a:off x="1232795" y="-1740829"/>
                  <a:ext cx="717621" cy="717392"/>
                  <a:chOff x="1483457" y="3953671"/>
                  <a:chExt cx="717621" cy="717392"/>
                </a:xfrm>
              </p:grpSpPr>
              <p:sp>
                <p:nvSpPr>
                  <p:cNvPr id="3813" name="Google Shape;3813;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18" name="Google Shape;3818;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19" name="Google Shape;3819;p96"/>
          <p:cNvGrpSpPr/>
          <p:nvPr/>
        </p:nvGrpSpPr>
        <p:grpSpPr>
          <a:xfrm>
            <a:off x="-224248" y="3297090"/>
            <a:ext cx="605804" cy="2417785"/>
            <a:chOff x="-224248" y="3297090"/>
            <a:chExt cx="605804" cy="2417785"/>
          </a:xfrm>
        </p:grpSpPr>
        <p:grpSp>
          <p:nvGrpSpPr>
            <p:cNvPr id="3820" name="Google Shape;3820;p96"/>
            <p:cNvGrpSpPr/>
            <p:nvPr/>
          </p:nvGrpSpPr>
          <p:grpSpPr>
            <a:xfrm>
              <a:off x="143770" y="3630885"/>
              <a:ext cx="237785" cy="2083990"/>
              <a:chOff x="1040050" y="3812126"/>
              <a:chExt cx="208200" cy="1824700"/>
            </a:xfrm>
          </p:grpSpPr>
          <p:sp>
            <p:nvSpPr>
              <p:cNvPr id="3821" name="Google Shape;3821;p96"/>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96"/>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3" name="Google Shape;3823;p96"/>
            <p:cNvGrpSpPr/>
            <p:nvPr/>
          </p:nvGrpSpPr>
          <p:grpSpPr>
            <a:xfrm rot="10800000">
              <a:off x="-224248" y="3297090"/>
              <a:ext cx="439200" cy="439100"/>
              <a:chOff x="1101075" y="2142375"/>
              <a:chExt cx="439200" cy="439100"/>
            </a:xfrm>
          </p:grpSpPr>
          <p:sp>
            <p:nvSpPr>
              <p:cNvPr id="3824" name="Google Shape;3824;p9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9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26" name="Google Shape;3826;p96"/>
          <p:cNvGrpSpPr/>
          <p:nvPr/>
        </p:nvGrpSpPr>
        <p:grpSpPr>
          <a:xfrm>
            <a:off x="3585480" y="-1456810"/>
            <a:ext cx="3681465" cy="2759625"/>
            <a:chOff x="3585480" y="-1380610"/>
            <a:chExt cx="3681465" cy="2759625"/>
          </a:xfrm>
        </p:grpSpPr>
        <p:pic>
          <p:nvPicPr>
            <p:cNvPr id="3827" name="Google Shape;3827;p96"/>
            <p:cNvPicPr preferRelativeResize="0"/>
            <p:nvPr/>
          </p:nvPicPr>
          <p:blipFill rotWithShape="1">
            <a:blip r:embed="rId2">
              <a:alphaModFix/>
            </a:blip>
            <a:srcRect b="26177" l="16960" r="7121" t="24718"/>
            <a:stretch/>
          </p:blipFill>
          <p:spPr>
            <a:xfrm flipH="1" rot="10800000">
              <a:off x="3585480" y="-1380610"/>
              <a:ext cx="3615750" cy="2759625"/>
            </a:xfrm>
            <a:prstGeom prst="rect">
              <a:avLst/>
            </a:prstGeom>
            <a:noFill/>
            <a:ln>
              <a:noFill/>
            </a:ln>
          </p:spPr>
        </p:pic>
        <p:grpSp>
          <p:nvGrpSpPr>
            <p:cNvPr id="3828" name="Google Shape;3828;p96"/>
            <p:cNvGrpSpPr/>
            <p:nvPr/>
          </p:nvGrpSpPr>
          <p:grpSpPr>
            <a:xfrm>
              <a:off x="6590156" y="-232440"/>
              <a:ext cx="676790" cy="462843"/>
              <a:chOff x="39722" y="4349021"/>
              <a:chExt cx="1061964" cy="726143"/>
            </a:xfrm>
          </p:grpSpPr>
          <p:grpSp>
            <p:nvGrpSpPr>
              <p:cNvPr id="3829" name="Google Shape;3829;p96"/>
              <p:cNvGrpSpPr/>
              <p:nvPr/>
            </p:nvGrpSpPr>
            <p:grpSpPr>
              <a:xfrm rot="2700000">
                <a:off x="140502" y="4460924"/>
                <a:ext cx="524584" cy="502337"/>
                <a:chOff x="1189791" y="-1767331"/>
                <a:chExt cx="904284" cy="865933"/>
              </a:xfrm>
            </p:grpSpPr>
            <p:sp>
              <p:nvSpPr>
                <p:cNvPr id="3830" name="Google Shape;3830;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1" name="Google Shape;3831;p96"/>
                <p:cNvGrpSpPr/>
                <p:nvPr/>
              </p:nvGrpSpPr>
              <p:grpSpPr>
                <a:xfrm>
                  <a:off x="1232795" y="-1740829"/>
                  <a:ext cx="717621" cy="717392"/>
                  <a:chOff x="1483457" y="3953671"/>
                  <a:chExt cx="717621" cy="717392"/>
                </a:xfrm>
              </p:grpSpPr>
              <p:sp>
                <p:nvSpPr>
                  <p:cNvPr id="3832" name="Google Shape;3832;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37" name="Google Shape;3837;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8" name="Google Shape;3838;p96"/>
            <p:cNvGrpSpPr/>
            <p:nvPr/>
          </p:nvGrpSpPr>
          <p:grpSpPr>
            <a:xfrm>
              <a:off x="6003005" y="-274104"/>
              <a:ext cx="799446" cy="546640"/>
              <a:chOff x="39722" y="4349021"/>
              <a:chExt cx="1061964" cy="726143"/>
            </a:xfrm>
          </p:grpSpPr>
          <p:grpSp>
            <p:nvGrpSpPr>
              <p:cNvPr id="3839" name="Google Shape;3839;p96"/>
              <p:cNvGrpSpPr/>
              <p:nvPr/>
            </p:nvGrpSpPr>
            <p:grpSpPr>
              <a:xfrm rot="2700000">
                <a:off x="140502" y="4460924"/>
                <a:ext cx="524584" cy="502337"/>
                <a:chOff x="1189791" y="-1767331"/>
                <a:chExt cx="904284" cy="865933"/>
              </a:xfrm>
            </p:grpSpPr>
            <p:sp>
              <p:nvSpPr>
                <p:cNvPr id="3840" name="Google Shape;3840;p9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41" name="Google Shape;3841;p96"/>
                <p:cNvGrpSpPr/>
                <p:nvPr/>
              </p:nvGrpSpPr>
              <p:grpSpPr>
                <a:xfrm>
                  <a:off x="1232795" y="-1740829"/>
                  <a:ext cx="717621" cy="717392"/>
                  <a:chOff x="1483457" y="3953671"/>
                  <a:chExt cx="717621" cy="717392"/>
                </a:xfrm>
              </p:grpSpPr>
              <p:sp>
                <p:nvSpPr>
                  <p:cNvPr id="3842" name="Google Shape;3842;p9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9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9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9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9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47" name="Google Shape;3847;p9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848" name="Shape 3848"/>
        <p:cNvGrpSpPr/>
        <p:nvPr/>
      </p:nvGrpSpPr>
      <p:grpSpPr>
        <a:xfrm>
          <a:off x="0" y="0"/>
          <a:ext cx="0" cy="0"/>
          <a:chOff x="0" y="0"/>
          <a:chExt cx="0" cy="0"/>
        </a:xfrm>
      </p:grpSpPr>
      <p:sp>
        <p:nvSpPr>
          <p:cNvPr id="3849" name="Google Shape;3849;p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0" name="Google Shape;3850;p97"/>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51" name="Google Shape;3851;p97"/>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852" name="Google Shape;3852;p97"/>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853" name="Google Shape;3853;p97"/>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3854" name="Google Shape;3854;p97"/>
          <p:cNvGrpSpPr/>
          <p:nvPr/>
        </p:nvGrpSpPr>
        <p:grpSpPr>
          <a:xfrm flipH="1" rot="-5400000">
            <a:off x="6239121" y="1032770"/>
            <a:ext cx="5022035" cy="4764449"/>
            <a:chOff x="4571996" y="2268220"/>
            <a:chExt cx="5022035" cy="4764449"/>
          </a:xfrm>
        </p:grpSpPr>
        <p:pic>
          <p:nvPicPr>
            <p:cNvPr id="3855" name="Google Shape;3855;p97"/>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3856" name="Google Shape;3856;p97"/>
            <p:cNvGrpSpPr/>
            <p:nvPr/>
          </p:nvGrpSpPr>
          <p:grpSpPr>
            <a:xfrm rot="10800000">
              <a:off x="4571996" y="2268220"/>
              <a:ext cx="5022035" cy="4764449"/>
              <a:chOff x="-494406" y="-1584825"/>
              <a:chExt cx="4397193" cy="4171657"/>
            </a:xfrm>
          </p:grpSpPr>
          <p:grpSp>
            <p:nvGrpSpPr>
              <p:cNvPr id="3857" name="Google Shape;3857;p97"/>
              <p:cNvGrpSpPr/>
              <p:nvPr/>
            </p:nvGrpSpPr>
            <p:grpSpPr>
              <a:xfrm>
                <a:off x="245875" y="-51824"/>
                <a:ext cx="208200" cy="1824700"/>
                <a:chOff x="1040050" y="3812126"/>
                <a:chExt cx="208200" cy="1824700"/>
              </a:xfrm>
            </p:grpSpPr>
            <p:sp>
              <p:nvSpPr>
                <p:cNvPr id="3858" name="Google Shape;3858;p97"/>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97"/>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0" name="Google Shape;3860;p97"/>
              <p:cNvGrpSpPr/>
              <p:nvPr/>
            </p:nvGrpSpPr>
            <p:grpSpPr>
              <a:xfrm rot="-8100000">
                <a:off x="540898" y="-1172741"/>
                <a:ext cx="2552124" cy="3347490"/>
                <a:chOff x="2976325" y="908175"/>
                <a:chExt cx="4028179" cy="5283555"/>
              </a:xfrm>
            </p:grpSpPr>
            <p:sp>
              <p:nvSpPr>
                <p:cNvPr id="3861" name="Google Shape;3861;p9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9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9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4" name="Google Shape;3864;p97"/>
              <p:cNvGrpSpPr/>
              <p:nvPr/>
            </p:nvGrpSpPr>
            <p:grpSpPr>
              <a:xfrm>
                <a:off x="-1" y="621223"/>
                <a:ext cx="699940" cy="478601"/>
                <a:chOff x="39722" y="4349021"/>
                <a:chExt cx="1061964" cy="726143"/>
              </a:xfrm>
            </p:grpSpPr>
            <p:grpSp>
              <p:nvGrpSpPr>
                <p:cNvPr id="3865" name="Google Shape;3865;p97"/>
                <p:cNvGrpSpPr/>
                <p:nvPr/>
              </p:nvGrpSpPr>
              <p:grpSpPr>
                <a:xfrm rot="2700000">
                  <a:off x="140502" y="4460924"/>
                  <a:ext cx="524584" cy="502337"/>
                  <a:chOff x="1189791" y="-1767331"/>
                  <a:chExt cx="904284" cy="865933"/>
                </a:xfrm>
              </p:grpSpPr>
              <p:sp>
                <p:nvSpPr>
                  <p:cNvPr id="3866" name="Google Shape;3866;p9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67" name="Google Shape;3867;p97"/>
                  <p:cNvGrpSpPr/>
                  <p:nvPr/>
                </p:nvGrpSpPr>
                <p:grpSpPr>
                  <a:xfrm>
                    <a:off x="1232795" y="-1740829"/>
                    <a:ext cx="717621" cy="717392"/>
                    <a:chOff x="1483457" y="3953671"/>
                    <a:chExt cx="717621" cy="717392"/>
                  </a:xfrm>
                </p:grpSpPr>
                <p:sp>
                  <p:nvSpPr>
                    <p:cNvPr id="3868" name="Google Shape;3868;p9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9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9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9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9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73" name="Google Shape;3873;p9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74" name="Google Shape;3874;p97"/>
              <p:cNvGrpSpPr/>
              <p:nvPr/>
            </p:nvGrpSpPr>
            <p:grpSpPr>
              <a:xfrm>
                <a:off x="955673" y="11"/>
                <a:ext cx="592576" cy="405260"/>
                <a:chOff x="39722" y="4349021"/>
                <a:chExt cx="1061964" cy="726143"/>
              </a:xfrm>
            </p:grpSpPr>
            <p:grpSp>
              <p:nvGrpSpPr>
                <p:cNvPr id="3875" name="Google Shape;3875;p97"/>
                <p:cNvGrpSpPr/>
                <p:nvPr/>
              </p:nvGrpSpPr>
              <p:grpSpPr>
                <a:xfrm rot="2700000">
                  <a:off x="140502" y="4460924"/>
                  <a:ext cx="524584" cy="502337"/>
                  <a:chOff x="1189791" y="-1767331"/>
                  <a:chExt cx="904284" cy="865933"/>
                </a:xfrm>
              </p:grpSpPr>
              <p:sp>
                <p:nvSpPr>
                  <p:cNvPr id="3876" name="Google Shape;3876;p9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7" name="Google Shape;3877;p97"/>
                  <p:cNvGrpSpPr/>
                  <p:nvPr/>
                </p:nvGrpSpPr>
                <p:grpSpPr>
                  <a:xfrm>
                    <a:off x="1232795" y="-1740829"/>
                    <a:ext cx="717621" cy="717392"/>
                    <a:chOff x="1483457" y="3953671"/>
                    <a:chExt cx="717621" cy="717392"/>
                  </a:xfrm>
                </p:grpSpPr>
                <p:sp>
                  <p:nvSpPr>
                    <p:cNvPr id="3878" name="Google Shape;3878;p9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9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9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9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9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83" name="Google Shape;3883;p9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4" name="Google Shape;3884;p97"/>
              <p:cNvGrpSpPr/>
              <p:nvPr/>
            </p:nvGrpSpPr>
            <p:grpSpPr>
              <a:xfrm>
                <a:off x="441574" y="-36652"/>
                <a:ext cx="699940" cy="478601"/>
                <a:chOff x="39722" y="4349021"/>
                <a:chExt cx="1061964" cy="726143"/>
              </a:xfrm>
            </p:grpSpPr>
            <p:grpSp>
              <p:nvGrpSpPr>
                <p:cNvPr id="3885" name="Google Shape;3885;p97"/>
                <p:cNvGrpSpPr/>
                <p:nvPr/>
              </p:nvGrpSpPr>
              <p:grpSpPr>
                <a:xfrm rot="2700000">
                  <a:off x="140502" y="4460924"/>
                  <a:ext cx="524584" cy="502337"/>
                  <a:chOff x="1189791" y="-1767331"/>
                  <a:chExt cx="904284" cy="865933"/>
                </a:xfrm>
              </p:grpSpPr>
              <p:sp>
                <p:nvSpPr>
                  <p:cNvPr id="3886" name="Google Shape;3886;p9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87" name="Google Shape;3887;p97"/>
                  <p:cNvGrpSpPr/>
                  <p:nvPr/>
                </p:nvGrpSpPr>
                <p:grpSpPr>
                  <a:xfrm>
                    <a:off x="1232795" y="-1740829"/>
                    <a:ext cx="717621" cy="717392"/>
                    <a:chOff x="1483457" y="3953671"/>
                    <a:chExt cx="717621" cy="717392"/>
                  </a:xfrm>
                </p:grpSpPr>
                <p:sp>
                  <p:nvSpPr>
                    <p:cNvPr id="3888" name="Google Shape;3888;p9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9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9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9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9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93" name="Google Shape;3893;p9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4" name="Google Shape;3894;p97"/>
              <p:cNvGrpSpPr/>
              <p:nvPr/>
            </p:nvGrpSpPr>
            <p:grpSpPr>
              <a:xfrm>
                <a:off x="-494406" y="-252396"/>
                <a:ext cx="1741563" cy="1288563"/>
                <a:chOff x="-494406" y="-252396"/>
                <a:chExt cx="1741563" cy="1288563"/>
              </a:xfrm>
            </p:grpSpPr>
            <p:sp>
              <p:nvSpPr>
                <p:cNvPr id="3895" name="Google Shape;3895;p97"/>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97"/>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97" name="Google Shape;3897;p97"/>
            <p:cNvGrpSpPr/>
            <p:nvPr/>
          </p:nvGrpSpPr>
          <p:grpSpPr>
            <a:xfrm>
              <a:off x="5643425" y="4968525"/>
              <a:ext cx="439200" cy="439100"/>
              <a:chOff x="1101075" y="2142375"/>
              <a:chExt cx="439200" cy="439100"/>
            </a:xfrm>
          </p:grpSpPr>
          <p:sp>
            <p:nvSpPr>
              <p:cNvPr id="3898" name="Google Shape;3898;p9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9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3900" name="Google Shape;3900;p97"/>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3901" name="Google Shape;3901;p97"/>
          <p:cNvGrpSpPr/>
          <p:nvPr/>
        </p:nvGrpSpPr>
        <p:grpSpPr>
          <a:xfrm rot="10800000">
            <a:off x="6045700" y="237976"/>
            <a:ext cx="4558967" cy="134100"/>
            <a:chOff x="796100" y="3019701"/>
            <a:chExt cx="4558967" cy="134100"/>
          </a:xfrm>
        </p:grpSpPr>
        <p:sp>
          <p:nvSpPr>
            <p:cNvPr id="3902" name="Google Shape;3902;p9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03" name="Google Shape;3903;p9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904" name="Google Shape;3904;p9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5" name="Google Shape;3905;p97"/>
          <p:cNvGrpSpPr/>
          <p:nvPr/>
        </p:nvGrpSpPr>
        <p:grpSpPr>
          <a:xfrm>
            <a:off x="-1143750" y="3925887"/>
            <a:ext cx="4558967" cy="1517787"/>
            <a:chOff x="-1143750" y="3849687"/>
            <a:chExt cx="4558967" cy="1517787"/>
          </a:xfrm>
        </p:grpSpPr>
        <p:grpSp>
          <p:nvGrpSpPr>
            <p:cNvPr id="3906" name="Google Shape;3906;p97"/>
            <p:cNvGrpSpPr/>
            <p:nvPr/>
          </p:nvGrpSpPr>
          <p:grpSpPr>
            <a:xfrm rot="5400000">
              <a:off x="-805838" y="4155104"/>
              <a:ext cx="1517787" cy="906953"/>
              <a:chOff x="-55500" y="4835979"/>
              <a:chExt cx="1517787" cy="906953"/>
            </a:xfrm>
          </p:grpSpPr>
          <p:sp>
            <p:nvSpPr>
              <p:cNvPr id="3907" name="Google Shape;3907;p97"/>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97"/>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97"/>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97"/>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1" name="Google Shape;3911;p97"/>
            <p:cNvGrpSpPr/>
            <p:nvPr/>
          </p:nvGrpSpPr>
          <p:grpSpPr>
            <a:xfrm>
              <a:off x="-549966" y="3946426"/>
              <a:ext cx="2833357" cy="1421047"/>
              <a:chOff x="-677366" y="4067276"/>
              <a:chExt cx="2833357" cy="1421047"/>
            </a:xfrm>
          </p:grpSpPr>
          <p:sp>
            <p:nvSpPr>
              <p:cNvPr id="3912" name="Google Shape;3912;p97"/>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3" name="Google Shape;3913;p97"/>
              <p:cNvGrpSpPr/>
              <p:nvPr/>
            </p:nvGrpSpPr>
            <p:grpSpPr>
              <a:xfrm>
                <a:off x="317735" y="4614472"/>
                <a:ext cx="161977" cy="161940"/>
                <a:chOff x="1101075" y="2142375"/>
                <a:chExt cx="439200" cy="439100"/>
              </a:xfrm>
            </p:grpSpPr>
            <p:sp>
              <p:nvSpPr>
                <p:cNvPr id="3914" name="Google Shape;3914;p9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9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6" name="Google Shape;3916;p97"/>
              <p:cNvGrpSpPr/>
              <p:nvPr/>
            </p:nvGrpSpPr>
            <p:grpSpPr>
              <a:xfrm rot="10800000">
                <a:off x="1700151" y="5032693"/>
                <a:ext cx="161977" cy="161940"/>
                <a:chOff x="1101075" y="2142375"/>
                <a:chExt cx="439200" cy="439100"/>
              </a:xfrm>
            </p:grpSpPr>
            <p:sp>
              <p:nvSpPr>
                <p:cNvPr id="3917" name="Google Shape;3917;p9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9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19" name="Google Shape;3919;p97"/>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0" name="Google Shape;3920;p97"/>
            <p:cNvGrpSpPr/>
            <p:nvPr/>
          </p:nvGrpSpPr>
          <p:grpSpPr>
            <a:xfrm>
              <a:off x="-1143750" y="4741576"/>
              <a:ext cx="4558967" cy="134100"/>
              <a:chOff x="796100" y="3019701"/>
              <a:chExt cx="4558967" cy="134100"/>
            </a:xfrm>
          </p:grpSpPr>
          <p:sp>
            <p:nvSpPr>
              <p:cNvPr id="3921" name="Google Shape;3921;p9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22" name="Google Shape;3922;p9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923" name="Google Shape;3923;p9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3924" name="Shape 3924"/>
        <p:cNvGrpSpPr/>
        <p:nvPr/>
      </p:nvGrpSpPr>
      <p:grpSpPr>
        <a:xfrm>
          <a:off x="0" y="0"/>
          <a:ext cx="0" cy="0"/>
          <a:chOff x="0" y="0"/>
          <a:chExt cx="0" cy="0"/>
        </a:xfrm>
      </p:grpSpPr>
      <p:grpSp>
        <p:nvGrpSpPr>
          <p:cNvPr id="3925" name="Google Shape;3925;p98"/>
          <p:cNvGrpSpPr/>
          <p:nvPr/>
        </p:nvGrpSpPr>
        <p:grpSpPr>
          <a:xfrm>
            <a:off x="7059553" y="-2136808"/>
            <a:ext cx="4192757" cy="4558967"/>
            <a:chOff x="6983353" y="-2136808"/>
            <a:chExt cx="4192757" cy="4558967"/>
          </a:xfrm>
        </p:grpSpPr>
        <p:grpSp>
          <p:nvGrpSpPr>
            <p:cNvPr id="3926" name="Google Shape;3926;p98"/>
            <p:cNvGrpSpPr/>
            <p:nvPr/>
          </p:nvGrpSpPr>
          <p:grpSpPr>
            <a:xfrm rot="-509296">
              <a:off x="7187207" y="-982000"/>
              <a:ext cx="3785049" cy="3043008"/>
              <a:chOff x="7103825" y="-713112"/>
              <a:chExt cx="3785226" cy="3043150"/>
            </a:xfrm>
          </p:grpSpPr>
          <p:sp>
            <p:nvSpPr>
              <p:cNvPr id="3927" name="Google Shape;3927;p98"/>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28" name="Google Shape;3928;p98"/>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3929" name="Google Shape;3929;p98"/>
            <p:cNvGrpSpPr/>
            <p:nvPr/>
          </p:nvGrpSpPr>
          <p:grpSpPr>
            <a:xfrm rot="5400000">
              <a:off x="6489450" y="75626"/>
              <a:ext cx="4558967" cy="134100"/>
              <a:chOff x="796100" y="3019701"/>
              <a:chExt cx="4558967" cy="134100"/>
            </a:xfrm>
          </p:grpSpPr>
          <p:sp>
            <p:nvSpPr>
              <p:cNvPr id="3930" name="Google Shape;3930;p9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31" name="Google Shape;3931;p9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932" name="Google Shape;3932;p9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933" name="Google Shape;3933;p98"/>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34" name="Google Shape;3934;p98"/>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35" name="Google Shape;3935;p98"/>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36" name="Google Shape;3936;p9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37" name="Google Shape;3937;p98"/>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938" name="Google Shape;3938;p98"/>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939" name="Google Shape;3939;p98"/>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3940" name="Google Shape;3940;p98"/>
          <p:cNvGrpSpPr/>
          <p:nvPr/>
        </p:nvGrpSpPr>
        <p:grpSpPr>
          <a:xfrm>
            <a:off x="6067575" y="2796625"/>
            <a:ext cx="4006263" cy="4771152"/>
            <a:chOff x="5915175" y="2339425"/>
            <a:chExt cx="4006263" cy="4771152"/>
          </a:xfrm>
        </p:grpSpPr>
        <p:sp>
          <p:nvSpPr>
            <p:cNvPr id="3941" name="Google Shape;3941;p98"/>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98"/>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3" name="Google Shape;3943;p98"/>
            <p:cNvGrpSpPr/>
            <p:nvPr/>
          </p:nvGrpSpPr>
          <p:grpSpPr>
            <a:xfrm>
              <a:off x="7520550" y="4608575"/>
              <a:ext cx="582050" cy="582425"/>
              <a:chOff x="959750" y="3039275"/>
              <a:chExt cx="582050" cy="582425"/>
            </a:xfrm>
          </p:grpSpPr>
          <p:sp>
            <p:nvSpPr>
              <p:cNvPr id="3944" name="Google Shape;3944;p9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9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9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9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9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9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9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1" name="Google Shape;3951;p98"/>
            <p:cNvGrpSpPr/>
            <p:nvPr/>
          </p:nvGrpSpPr>
          <p:grpSpPr>
            <a:xfrm>
              <a:off x="8484675" y="3658275"/>
              <a:ext cx="582050" cy="582425"/>
              <a:chOff x="959750" y="3039275"/>
              <a:chExt cx="582050" cy="582425"/>
            </a:xfrm>
          </p:grpSpPr>
          <p:sp>
            <p:nvSpPr>
              <p:cNvPr id="3952" name="Google Shape;3952;p98"/>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98"/>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98"/>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98"/>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98"/>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98"/>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98"/>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59" name="Google Shape;3959;p98"/>
          <p:cNvGrpSpPr/>
          <p:nvPr/>
        </p:nvGrpSpPr>
        <p:grpSpPr>
          <a:xfrm>
            <a:off x="-235366" y="3828554"/>
            <a:ext cx="5249359" cy="2992224"/>
            <a:chOff x="-258616" y="3430829"/>
            <a:chExt cx="5249359" cy="2992224"/>
          </a:xfrm>
        </p:grpSpPr>
        <p:pic>
          <p:nvPicPr>
            <p:cNvPr id="3960" name="Google Shape;3960;p98"/>
            <p:cNvPicPr preferRelativeResize="0"/>
            <p:nvPr/>
          </p:nvPicPr>
          <p:blipFill rotWithShape="1">
            <a:blip r:embed="rId3">
              <a:alphaModFix/>
            </a:blip>
            <a:srcRect b="26177" l="16960" r="7121" t="24718"/>
            <a:stretch/>
          </p:blipFill>
          <p:spPr>
            <a:xfrm>
              <a:off x="1070243" y="3430829"/>
              <a:ext cx="3920501" cy="2992224"/>
            </a:xfrm>
            <a:prstGeom prst="rect">
              <a:avLst/>
            </a:prstGeom>
            <a:noFill/>
            <a:ln>
              <a:noFill/>
            </a:ln>
          </p:spPr>
        </p:pic>
        <p:sp>
          <p:nvSpPr>
            <p:cNvPr id="3961" name="Google Shape;3961;p98"/>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98"/>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98"/>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98"/>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98"/>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6" name="Google Shape;3966;p98"/>
            <p:cNvGrpSpPr/>
            <p:nvPr/>
          </p:nvGrpSpPr>
          <p:grpSpPr>
            <a:xfrm>
              <a:off x="736485" y="4387072"/>
              <a:ext cx="161977" cy="161940"/>
              <a:chOff x="1101075" y="2142375"/>
              <a:chExt cx="439200" cy="439100"/>
            </a:xfrm>
          </p:grpSpPr>
          <p:sp>
            <p:nvSpPr>
              <p:cNvPr id="3967" name="Google Shape;3967;p9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8" name="Google Shape;3968;p9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9" name="Google Shape;3969;p98"/>
            <p:cNvGrpSpPr/>
            <p:nvPr/>
          </p:nvGrpSpPr>
          <p:grpSpPr>
            <a:xfrm rot="10800000">
              <a:off x="2118901" y="4805293"/>
              <a:ext cx="161977" cy="161940"/>
              <a:chOff x="1101075" y="2142375"/>
              <a:chExt cx="439200" cy="439100"/>
            </a:xfrm>
          </p:grpSpPr>
          <p:sp>
            <p:nvSpPr>
              <p:cNvPr id="3970" name="Google Shape;3970;p9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9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72" name="Google Shape;3972;p98"/>
          <p:cNvGrpSpPr/>
          <p:nvPr/>
        </p:nvGrpSpPr>
        <p:grpSpPr>
          <a:xfrm>
            <a:off x="-515563" y="-797996"/>
            <a:ext cx="1433417" cy="2584783"/>
            <a:chOff x="-363163" y="-645596"/>
            <a:chExt cx="1433417" cy="2584783"/>
          </a:xfrm>
        </p:grpSpPr>
        <p:grpSp>
          <p:nvGrpSpPr>
            <p:cNvPr id="3973" name="Google Shape;3973;p98"/>
            <p:cNvGrpSpPr/>
            <p:nvPr/>
          </p:nvGrpSpPr>
          <p:grpSpPr>
            <a:xfrm rot="10800000">
              <a:off x="-64595" y="-645596"/>
              <a:ext cx="1134849" cy="2370191"/>
              <a:chOff x="-575575" y="3685599"/>
              <a:chExt cx="1421048" cy="2967932"/>
            </a:xfrm>
          </p:grpSpPr>
          <p:sp>
            <p:nvSpPr>
              <p:cNvPr id="3974" name="Google Shape;3974;p98"/>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98"/>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6" name="Google Shape;3976;p98"/>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98"/>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8" name="Google Shape;3978;p98"/>
            <p:cNvGrpSpPr/>
            <p:nvPr/>
          </p:nvGrpSpPr>
          <p:grpSpPr>
            <a:xfrm flipH="1" rot="-2700000">
              <a:off x="-216370" y="1084101"/>
              <a:ext cx="708093" cy="708493"/>
              <a:chOff x="3678700" y="407275"/>
              <a:chExt cx="708100" cy="708500"/>
            </a:xfrm>
          </p:grpSpPr>
          <p:sp>
            <p:nvSpPr>
              <p:cNvPr id="3979" name="Google Shape;3979;p9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9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9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9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9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9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9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3986" name="Shape 3986"/>
        <p:cNvGrpSpPr/>
        <p:nvPr/>
      </p:nvGrpSpPr>
      <p:grpSpPr>
        <a:xfrm>
          <a:off x="0" y="0"/>
          <a:ext cx="0" cy="0"/>
          <a:chOff x="0" y="0"/>
          <a:chExt cx="0" cy="0"/>
        </a:xfrm>
      </p:grpSpPr>
      <p:sp>
        <p:nvSpPr>
          <p:cNvPr id="3987" name="Google Shape;3987;p99"/>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88" name="Google Shape;3988;p99"/>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89" name="Google Shape;3989;p99"/>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90" name="Google Shape;3990;p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91" name="Google Shape;3991;p99"/>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992" name="Google Shape;3992;p99"/>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993" name="Google Shape;3993;p99"/>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3994" name="Google Shape;3994;p99"/>
          <p:cNvSpPr/>
          <p:nvPr>
            <p:ph idx="7" type="pic"/>
          </p:nvPr>
        </p:nvSpPr>
        <p:spPr>
          <a:xfrm>
            <a:off x="720000" y="1236800"/>
            <a:ext cx="1981800" cy="1662300"/>
          </a:xfrm>
          <a:prstGeom prst="snip1Rect">
            <a:avLst>
              <a:gd fmla="val 16667" name="adj"/>
            </a:avLst>
          </a:prstGeom>
          <a:noFill/>
          <a:ln>
            <a:noFill/>
          </a:ln>
        </p:spPr>
      </p:sp>
      <p:sp>
        <p:nvSpPr>
          <p:cNvPr id="3995" name="Google Shape;3995;p99"/>
          <p:cNvSpPr/>
          <p:nvPr>
            <p:ph idx="8" type="pic"/>
          </p:nvPr>
        </p:nvSpPr>
        <p:spPr>
          <a:xfrm>
            <a:off x="3584475" y="1236800"/>
            <a:ext cx="1981800" cy="1662300"/>
          </a:xfrm>
          <a:prstGeom prst="snip1Rect">
            <a:avLst>
              <a:gd fmla="val 16667" name="adj"/>
            </a:avLst>
          </a:prstGeom>
          <a:noFill/>
          <a:ln>
            <a:noFill/>
          </a:ln>
        </p:spPr>
      </p:sp>
      <p:sp>
        <p:nvSpPr>
          <p:cNvPr id="3996" name="Google Shape;3996;p99"/>
          <p:cNvSpPr/>
          <p:nvPr>
            <p:ph idx="9" type="pic"/>
          </p:nvPr>
        </p:nvSpPr>
        <p:spPr>
          <a:xfrm>
            <a:off x="6448950" y="1236800"/>
            <a:ext cx="1981800" cy="1662300"/>
          </a:xfrm>
          <a:prstGeom prst="snip1Rect">
            <a:avLst>
              <a:gd fmla="val 16667" name="adj"/>
            </a:avLst>
          </a:prstGeom>
          <a:noFill/>
          <a:ln>
            <a:noFill/>
          </a:ln>
        </p:spPr>
      </p:sp>
      <p:grpSp>
        <p:nvGrpSpPr>
          <p:cNvPr id="3997" name="Google Shape;3997;p99"/>
          <p:cNvGrpSpPr/>
          <p:nvPr/>
        </p:nvGrpSpPr>
        <p:grpSpPr>
          <a:xfrm>
            <a:off x="-928041" y="3925887"/>
            <a:ext cx="2833357" cy="1517787"/>
            <a:chOff x="-623241" y="3849687"/>
            <a:chExt cx="2833357" cy="1517787"/>
          </a:xfrm>
        </p:grpSpPr>
        <p:grpSp>
          <p:nvGrpSpPr>
            <p:cNvPr id="3998" name="Google Shape;3998;p99"/>
            <p:cNvGrpSpPr/>
            <p:nvPr/>
          </p:nvGrpSpPr>
          <p:grpSpPr>
            <a:xfrm rot="5400000">
              <a:off x="-879113" y="4155104"/>
              <a:ext cx="1517787" cy="906953"/>
              <a:chOff x="-55500" y="4835979"/>
              <a:chExt cx="1517787" cy="906953"/>
            </a:xfrm>
          </p:grpSpPr>
          <p:sp>
            <p:nvSpPr>
              <p:cNvPr id="3999" name="Google Shape;3999;p99"/>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99"/>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99"/>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99"/>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3" name="Google Shape;4003;p99"/>
            <p:cNvGrpSpPr/>
            <p:nvPr/>
          </p:nvGrpSpPr>
          <p:grpSpPr>
            <a:xfrm>
              <a:off x="-623241" y="3946426"/>
              <a:ext cx="2833357" cy="1421047"/>
              <a:chOff x="-677366" y="4067276"/>
              <a:chExt cx="2833357" cy="1421047"/>
            </a:xfrm>
          </p:grpSpPr>
          <p:sp>
            <p:nvSpPr>
              <p:cNvPr id="4004" name="Google Shape;4004;p99"/>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05" name="Google Shape;4005;p99"/>
              <p:cNvGrpSpPr/>
              <p:nvPr/>
            </p:nvGrpSpPr>
            <p:grpSpPr>
              <a:xfrm>
                <a:off x="317735" y="4614472"/>
                <a:ext cx="161977" cy="161940"/>
                <a:chOff x="1101075" y="2142375"/>
                <a:chExt cx="439200" cy="439100"/>
              </a:xfrm>
            </p:grpSpPr>
            <p:sp>
              <p:nvSpPr>
                <p:cNvPr id="4006" name="Google Shape;4006;p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8" name="Google Shape;4008;p99"/>
              <p:cNvGrpSpPr/>
              <p:nvPr/>
            </p:nvGrpSpPr>
            <p:grpSpPr>
              <a:xfrm rot="10800000">
                <a:off x="1700151" y="5032693"/>
                <a:ext cx="161977" cy="161940"/>
                <a:chOff x="1101075" y="2142375"/>
                <a:chExt cx="439200" cy="439100"/>
              </a:xfrm>
            </p:grpSpPr>
            <p:sp>
              <p:nvSpPr>
                <p:cNvPr id="4009" name="Google Shape;4009;p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011" name="Google Shape;4011;p99"/>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2" name="Google Shape;4012;p99"/>
          <p:cNvGrpSpPr/>
          <p:nvPr/>
        </p:nvGrpSpPr>
        <p:grpSpPr>
          <a:xfrm>
            <a:off x="6400125" y="-1754449"/>
            <a:ext cx="4189199" cy="3065874"/>
            <a:chOff x="6171525" y="-1678249"/>
            <a:chExt cx="4189199" cy="3065874"/>
          </a:xfrm>
        </p:grpSpPr>
        <p:sp>
          <p:nvSpPr>
            <p:cNvPr id="4013" name="Google Shape;4013;p99"/>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14" name="Google Shape;4014;p99"/>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4015" name="Google Shape;4015;p99"/>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6" name="Google Shape;4016;p99"/>
            <p:cNvGrpSpPr/>
            <p:nvPr/>
          </p:nvGrpSpPr>
          <p:grpSpPr>
            <a:xfrm rot="-2700000">
              <a:off x="8302147" y="61289"/>
              <a:ext cx="582044" cy="582419"/>
              <a:chOff x="959750" y="3039275"/>
              <a:chExt cx="582050" cy="582425"/>
            </a:xfrm>
          </p:grpSpPr>
          <p:sp>
            <p:nvSpPr>
              <p:cNvPr id="4017" name="Google Shape;4017;p9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9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9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9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9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9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9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4" name="Google Shape;4024;p99"/>
            <p:cNvGrpSpPr/>
            <p:nvPr/>
          </p:nvGrpSpPr>
          <p:grpSpPr>
            <a:xfrm rot="-2700000">
              <a:off x="8551447" y="61289"/>
              <a:ext cx="582044" cy="582419"/>
              <a:chOff x="959750" y="3039275"/>
              <a:chExt cx="582050" cy="582425"/>
            </a:xfrm>
          </p:grpSpPr>
          <p:sp>
            <p:nvSpPr>
              <p:cNvPr id="4025" name="Google Shape;4025;p9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9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9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9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9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9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9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32" name="Google Shape;4032;p99"/>
          <p:cNvGrpSpPr/>
          <p:nvPr/>
        </p:nvGrpSpPr>
        <p:grpSpPr>
          <a:xfrm rot="2700000">
            <a:off x="8945322" y="2352177"/>
            <a:ext cx="439196" cy="439096"/>
            <a:chOff x="1101075" y="2142375"/>
            <a:chExt cx="439200" cy="439100"/>
          </a:xfrm>
        </p:grpSpPr>
        <p:sp>
          <p:nvSpPr>
            <p:cNvPr id="4033" name="Google Shape;4033;p9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9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5" name="Google Shape;4035;p99"/>
          <p:cNvGrpSpPr/>
          <p:nvPr/>
        </p:nvGrpSpPr>
        <p:grpSpPr>
          <a:xfrm rot="10800000">
            <a:off x="4995775" y="180626"/>
            <a:ext cx="4558967" cy="134100"/>
            <a:chOff x="796100" y="3019701"/>
            <a:chExt cx="4558967" cy="134100"/>
          </a:xfrm>
        </p:grpSpPr>
        <p:sp>
          <p:nvSpPr>
            <p:cNvPr id="4036" name="Google Shape;4036;p9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37" name="Google Shape;4037;p9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038" name="Google Shape;4038;p9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4039" name="Shape 4039"/>
        <p:cNvGrpSpPr/>
        <p:nvPr/>
      </p:nvGrpSpPr>
      <p:grpSpPr>
        <a:xfrm>
          <a:off x="0" y="0"/>
          <a:ext cx="0" cy="0"/>
          <a:chOff x="0" y="0"/>
          <a:chExt cx="0" cy="0"/>
        </a:xfrm>
      </p:grpSpPr>
      <p:sp>
        <p:nvSpPr>
          <p:cNvPr id="4040" name="Google Shape;4040;p10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41" name="Google Shape;4041;p100"/>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2" name="Google Shape;4042;p100"/>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3" name="Google Shape;4043;p100"/>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4" name="Google Shape;4044;p100"/>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45" name="Google Shape;4045;p100"/>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046" name="Google Shape;4046;p100"/>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047" name="Google Shape;4047;p100"/>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048" name="Google Shape;4048;p100"/>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4049" name="Google Shape;4049;p100"/>
          <p:cNvGrpSpPr/>
          <p:nvPr/>
        </p:nvGrpSpPr>
        <p:grpSpPr>
          <a:xfrm>
            <a:off x="-2902027" y="1271890"/>
            <a:ext cx="6191222" cy="6191222"/>
            <a:chOff x="-2825827" y="1271890"/>
            <a:chExt cx="6191222" cy="6191222"/>
          </a:xfrm>
        </p:grpSpPr>
        <p:pic>
          <p:nvPicPr>
            <p:cNvPr id="4050" name="Google Shape;4050;p100"/>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4051" name="Google Shape;4051;p100"/>
            <p:cNvGrpSpPr/>
            <p:nvPr/>
          </p:nvGrpSpPr>
          <p:grpSpPr>
            <a:xfrm>
              <a:off x="-2825827" y="1271890"/>
              <a:ext cx="6191222" cy="6191222"/>
              <a:chOff x="-2825827" y="1271890"/>
              <a:chExt cx="6191222" cy="6191222"/>
            </a:xfrm>
          </p:grpSpPr>
          <p:sp>
            <p:nvSpPr>
              <p:cNvPr id="4052" name="Google Shape;4052;p100"/>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3" name="Google Shape;4053;p100"/>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4" name="Google Shape;4054;p100"/>
              <p:cNvGrpSpPr/>
              <p:nvPr/>
            </p:nvGrpSpPr>
            <p:grpSpPr>
              <a:xfrm rot="10800000">
                <a:off x="384881" y="3042905"/>
                <a:ext cx="134100" cy="134100"/>
                <a:chOff x="-1999139" y="3143772"/>
                <a:chExt cx="134100" cy="134100"/>
              </a:xfrm>
            </p:grpSpPr>
            <p:sp>
              <p:nvSpPr>
                <p:cNvPr id="4055" name="Google Shape;4055;p100"/>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6" name="Google Shape;4056;p100"/>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7" name="Google Shape;4057;p100"/>
              <p:cNvGrpSpPr/>
              <p:nvPr/>
            </p:nvGrpSpPr>
            <p:grpSpPr>
              <a:xfrm rot="10800000">
                <a:off x="146106" y="3710980"/>
                <a:ext cx="134100" cy="134100"/>
                <a:chOff x="-1999139" y="3143772"/>
                <a:chExt cx="134100" cy="134100"/>
              </a:xfrm>
            </p:grpSpPr>
            <p:sp>
              <p:nvSpPr>
                <p:cNvPr id="4058" name="Google Shape;4058;p100"/>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00"/>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0" name="Google Shape;4060;p100"/>
              <p:cNvGrpSpPr/>
              <p:nvPr/>
            </p:nvGrpSpPr>
            <p:grpSpPr>
              <a:xfrm>
                <a:off x="-102297" y="3780153"/>
                <a:ext cx="939901" cy="2449421"/>
                <a:chOff x="-102297" y="3780153"/>
                <a:chExt cx="939901" cy="2449421"/>
              </a:xfrm>
            </p:grpSpPr>
            <p:sp>
              <p:nvSpPr>
                <p:cNvPr id="4061" name="Google Shape;4061;p100"/>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100"/>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3" name="Google Shape;4063;p100"/>
                <p:cNvGrpSpPr/>
                <p:nvPr/>
              </p:nvGrpSpPr>
              <p:grpSpPr>
                <a:xfrm rot="10800000">
                  <a:off x="532825" y="5492502"/>
                  <a:ext cx="134004" cy="134004"/>
                  <a:chOff x="8356813" y="1074288"/>
                  <a:chExt cx="351900" cy="351900"/>
                </a:xfrm>
              </p:grpSpPr>
              <p:sp>
                <p:nvSpPr>
                  <p:cNvPr id="4064" name="Google Shape;4064;p10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10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4066" name="Google Shape;4066;p100"/>
          <p:cNvGrpSpPr/>
          <p:nvPr/>
        </p:nvGrpSpPr>
        <p:grpSpPr>
          <a:xfrm>
            <a:off x="5650173" y="-1036475"/>
            <a:ext cx="6191222" cy="6865137"/>
            <a:chOff x="5497773" y="-1036475"/>
            <a:chExt cx="6191222" cy="6865137"/>
          </a:xfrm>
        </p:grpSpPr>
        <p:grpSp>
          <p:nvGrpSpPr>
            <p:cNvPr id="4067" name="Google Shape;4067;p100"/>
            <p:cNvGrpSpPr/>
            <p:nvPr/>
          </p:nvGrpSpPr>
          <p:grpSpPr>
            <a:xfrm>
              <a:off x="5497773" y="-362560"/>
              <a:ext cx="6191222" cy="6191222"/>
              <a:chOff x="5584373" y="-362560"/>
              <a:chExt cx="6191222" cy="6191222"/>
            </a:xfrm>
          </p:grpSpPr>
          <p:grpSp>
            <p:nvGrpSpPr>
              <p:cNvPr id="4068" name="Google Shape;4068;p100"/>
              <p:cNvGrpSpPr/>
              <p:nvPr/>
            </p:nvGrpSpPr>
            <p:grpSpPr>
              <a:xfrm>
                <a:off x="5584373" y="-362560"/>
                <a:ext cx="6191222" cy="6191222"/>
                <a:chOff x="5443673" y="-405860"/>
                <a:chExt cx="6191222" cy="6191222"/>
              </a:xfrm>
            </p:grpSpPr>
            <p:sp>
              <p:nvSpPr>
                <p:cNvPr id="4069" name="Google Shape;4069;p100"/>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00"/>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1" name="Google Shape;4071;p100"/>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2" name="Google Shape;4072;p100"/>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3" name="Google Shape;4073;p100"/>
              <p:cNvGrpSpPr/>
              <p:nvPr/>
            </p:nvGrpSpPr>
            <p:grpSpPr>
              <a:xfrm>
                <a:off x="8430786" y="3923547"/>
                <a:ext cx="134100" cy="134100"/>
                <a:chOff x="-1999139" y="3143772"/>
                <a:chExt cx="134100" cy="134100"/>
              </a:xfrm>
            </p:grpSpPr>
            <p:sp>
              <p:nvSpPr>
                <p:cNvPr id="4074" name="Google Shape;4074;p100"/>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00"/>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6" name="Google Shape;4076;p100"/>
              <p:cNvGrpSpPr/>
              <p:nvPr/>
            </p:nvGrpSpPr>
            <p:grpSpPr>
              <a:xfrm>
                <a:off x="8669561" y="3255472"/>
                <a:ext cx="134100" cy="134100"/>
                <a:chOff x="-1999139" y="3143772"/>
                <a:chExt cx="134100" cy="134100"/>
              </a:xfrm>
            </p:grpSpPr>
            <p:sp>
              <p:nvSpPr>
                <p:cNvPr id="4077" name="Google Shape;4077;p100"/>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100"/>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9" name="Google Shape;4079;p100"/>
              <p:cNvGrpSpPr/>
              <p:nvPr/>
            </p:nvGrpSpPr>
            <p:grpSpPr>
              <a:xfrm>
                <a:off x="8612986" y="311022"/>
                <a:ext cx="134004" cy="134004"/>
                <a:chOff x="8356813" y="1074288"/>
                <a:chExt cx="351900" cy="351900"/>
              </a:xfrm>
            </p:grpSpPr>
            <p:sp>
              <p:nvSpPr>
                <p:cNvPr id="4080" name="Google Shape;4080;p10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10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4082" name="Google Shape;4082;p100"/>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4083" name="Google Shape;4083;p100"/>
          <p:cNvGrpSpPr/>
          <p:nvPr/>
        </p:nvGrpSpPr>
        <p:grpSpPr>
          <a:xfrm>
            <a:off x="3983988" y="4933175"/>
            <a:ext cx="667916" cy="439200"/>
            <a:chOff x="3983988" y="4933175"/>
            <a:chExt cx="667916" cy="439200"/>
          </a:xfrm>
        </p:grpSpPr>
        <p:grpSp>
          <p:nvGrpSpPr>
            <p:cNvPr id="4084" name="Google Shape;4084;p100"/>
            <p:cNvGrpSpPr/>
            <p:nvPr/>
          </p:nvGrpSpPr>
          <p:grpSpPr>
            <a:xfrm rot="5400000">
              <a:off x="3983938" y="4933225"/>
              <a:ext cx="439200" cy="439100"/>
              <a:chOff x="1101075" y="2142375"/>
              <a:chExt cx="439200" cy="439100"/>
            </a:xfrm>
          </p:grpSpPr>
          <p:sp>
            <p:nvSpPr>
              <p:cNvPr id="4085" name="Google Shape;4085;p10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10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7" name="Google Shape;4087;p100"/>
            <p:cNvGrpSpPr/>
            <p:nvPr/>
          </p:nvGrpSpPr>
          <p:grpSpPr>
            <a:xfrm rot="5400000">
              <a:off x="4423062" y="5038369"/>
              <a:ext cx="228867" cy="228815"/>
              <a:chOff x="1101075" y="2142375"/>
              <a:chExt cx="439200" cy="439100"/>
            </a:xfrm>
          </p:grpSpPr>
          <p:sp>
            <p:nvSpPr>
              <p:cNvPr id="4088" name="Google Shape;4088;p10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9" name="Google Shape;4089;p10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4090" name="Shape 4090"/>
        <p:cNvGrpSpPr/>
        <p:nvPr/>
      </p:nvGrpSpPr>
      <p:grpSpPr>
        <a:xfrm>
          <a:off x="0" y="0"/>
          <a:ext cx="0" cy="0"/>
          <a:chOff x="0" y="0"/>
          <a:chExt cx="0" cy="0"/>
        </a:xfrm>
      </p:grpSpPr>
      <p:sp>
        <p:nvSpPr>
          <p:cNvPr id="4091" name="Google Shape;4091;p10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92" name="Google Shape;4092;p101"/>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3" name="Google Shape;4093;p101"/>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4" name="Google Shape;4094;p101"/>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5" name="Google Shape;4095;p101"/>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6" name="Google Shape;4096;p101"/>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7" name="Google Shape;4097;p101"/>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98" name="Google Shape;4098;p101"/>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099" name="Google Shape;4099;p101"/>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100" name="Google Shape;4100;p101"/>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101" name="Google Shape;4101;p101"/>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102" name="Google Shape;4102;p101"/>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103" name="Google Shape;4103;p101"/>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4104" name="Google Shape;4104;p101"/>
          <p:cNvGrpSpPr/>
          <p:nvPr/>
        </p:nvGrpSpPr>
        <p:grpSpPr>
          <a:xfrm>
            <a:off x="6102850" y="-1735180"/>
            <a:ext cx="4625025" cy="4171657"/>
            <a:chOff x="6026650" y="-1658980"/>
            <a:chExt cx="4625025" cy="4171657"/>
          </a:xfrm>
        </p:grpSpPr>
        <p:pic>
          <p:nvPicPr>
            <p:cNvPr id="4105" name="Google Shape;4105;p101"/>
            <p:cNvPicPr preferRelativeResize="0"/>
            <p:nvPr/>
          </p:nvPicPr>
          <p:blipFill rotWithShape="1">
            <a:blip r:embed="rId2">
              <a:alphaModFix/>
            </a:blip>
            <a:srcRect b="26177" l="16960" r="7121" t="24718"/>
            <a:stretch/>
          </p:blipFill>
          <p:spPr>
            <a:xfrm>
              <a:off x="7361325" y="-596625"/>
              <a:ext cx="2441950" cy="1863749"/>
            </a:xfrm>
            <a:prstGeom prst="rect">
              <a:avLst/>
            </a:prstGeom>
            <a:noFill/>
            <a:ln>
              <a:noFill/>
            </a:ln>
          </p:spPr>
        </p:pic>
        <p:grpSp>
          <p:nvGrpSpPr>
            <p:cNvPr id="4106" name="Google Shape;4106;p101"/>
            <p:cNvGrpSpPr/>
            <p:nvPr/>
          </p:nvGrpSpPr>
          <p:grpSpPr>
            <a:xfrm flipH="1" rot="-2700000">
              <a:off x="7289785" y="-1246897"/>
              <a:ext cx="2552124" cy="3347490"/>
              <a:chOff x="2976325" y="908175"/>
              <a:chExt cx="4028179" cy="5283555"/>
            </a:xfrm>
          </p:grpSpPr>
          <p:sp>
            <p:nvSpPr>
              <p:cNvPr id="4107" name="Google Shape;4107;p101"/>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8" name="Google Shape;4108;p101"/>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9" name="Google Shape;4109;p101"/>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0" name="Google Shape;4110;p101"/>
            <p:cNvGrpSpPr/>
            <p:nvPr/>
          </p:nvGrpSpPr>
          <p:grpSpPr>
            <a:xfrm>
              <a:off x="6026650" y="-49075"/>
              <a:ext cx="803471" cy="494095"/>
              <a:chOff x="6394675" y="-49075"/>
              <a:chExt cx="803471" cy="494095"/>
            </a:xfrm>
          </p:grpSpPr>
          <p:sp>
            <p:nvSpPr>
              <p:cNvPr id="4111" name="Google Shape;4111;p101"/>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101"/>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13" name="Google Shape;4113;p101"/>
          <p:cNvGrpSpPr/>
          <p:nvPr/>
        </p:nvGrpSpPr>
        <p:grpSpPr>
          <a:xfrm>
            <a:off x="-1089100" y="4200325"/>
            <a:ext cx="5368850" cy="1863749"/>
            <a:chOff x="-1089100" y="4200325"/>
            <a:chExt cx="5368850" cy="1863749"/>
          </a:xfrm>
        </p:grpSpPr>
        <p:grpSp>
          <p:nvGrpSpPr>
            <p:cNvPr id="4114" name="Google Shape;4114;p101"/>
            <p:cNvGrpSpPr/>
            <p:nvPr/>
          </p:nvGrpSpPr>
          <p:grpSpPr>
            <a:xfrm>
              <a:off x="-185037" y="4598363"/>
              <a:ext cx="904666" cy="726121"/>
              <a:chOff x="7945225" y="4302000"/>
              <a:chExt cx="904666" cy="726121"/>
            </a:xfrm>
          </p:grpSpPr>
          <p:sp>
            <p:nvSpPr>
              <p:cNvPr id="4115" name="Google Shape;4115;p10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6" name="Google Shape;4116;p10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7" name="Google Shape;4117;p10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118" name="Google Shape;4118;p101"/>
            <p:cNvPicPr preferRelativeResize="0"/>
            <p:nvPr/>
          </p:nvPicPr>
          <p:blipFill rotWithShape="1">
            <a:blip r:embed="rId2">
              <a:alphaModFix/>
            </a:blip>
            <a:srcRect b="26177" l="16960" r="7121" t="24718"/>
            <a:stretch/>
          </p:blipFill>
          <p:spPr>
            <a:xfrm>
              <a:off x="1837800" y="4200325"/>
              <a:ext cx="2441950" cy="1863749"/>
            </a:xfrm>
            <a:prstGeom prst="rect">
              <a:avLst/>
            </a:prstGeom>
            <a:noFill/>
            <a:ln>
              <a:noFill/>
            </a:ln>
          </p:spPr>
        </p:pic>
        <p:grpSp>
          <p:nvGrpSpPr>
            <p:cNvPr id="4119" name="Google Shape;4119;p101"/>
            <p:cNvGrpSpPr/>
            <p:nvPr/>
          </p:nvGrpSpPr>
          <p:grpSpPr>
            <a:xfrm rot="-2700000">
              <a:off x="390377" y="4688868"/>
              <a:ext cx="299453" cy="545119"/>
              <a:chOff x="-66426" y="1151064"/>
              <a:chExt cx="299455" cy="545125"/>
            </a:xfrm>
          </p:grpSpPr>
          <p:grpSp>
            <p:nvGrpSpPr>
              <p:cNvPr id="4120" name="Google Shape;4120;p101"/>
              <p:cNvGrpSpPr/>
              <p:nvPr/>
            </p:nvGrpSpPr>
            <p:grpSpPr>
              <a:xfrm>
                <a:off x="-66426" y="1396564"/>
                <a:ext cx="299455" cy="299625"/>
                <a:chOff x="3678700" y="407275"/>
                <a:chExt cx="708100" cy="708500"/>
              </a:xfrm>
            </p:grpSpPr>
            <p:sp>
              <p:nvSpPr>
                <p:cNvPr id="4121" name="Google Shape;4121;p10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2" name="Google Shape;4122;p10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3" name="Google Shape;4123;p10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0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10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0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10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101"/>
              <p:cNvGrpSpPr/>
              <p:nvPr/>
            </p:nvGrpSpPr>
            <p:grpSpPr>
              <a:xfrm>
                <a:off x="-66426" y="1151064"/>
                <a:ext cx="299455" cy="299625"/>
                <a:chOff x="3678700" y="407275"/>
                <a:chExt cx="708100" cy="708500"/>
              </a:xfrm>
            </p:grpSpPr>
            <p:sp>
              <p:nvSpPr>
                <p:cNvPr id="4129" name="Google Shape;4129;p10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10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1" name="Google Shape;4131;p10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2" name="Google Shape;4132;p10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10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10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10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6" name="Google Shape;4136;p101"/>
            <p:cNvGrpSpPr/>
            <p:nvPr/>
          </p:nvGrpSpPr>
          <p:grpSpPr>
            <a:xfrm>
              <a:off x="-1089100" y="4894376"/>
              <a:ext cx="4558967" cy="134100"/>
              <a:chOff x="796100" y="3019701"/>
              <a:chExt cx="4558967" cy="134100"/>
            </a:xfrm>
          </p:grpSpPr>
          <p:sp>
            <p:nvSpPr>
              <p:cNvPr id="4137" name="Google Shape;4137;p10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38" name="Google Shape;4138;p10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139" name="Google Shape;4139;p10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140" name="Shape 4140"/>
        <p:cNvGrpSpPr/>
        <p:nvPr/>
      </p:nvGrpSpPr>
      <p:grpSpPr>
        <a:xfrm>
          <a:off x="0" y="0"/>
          <a:ext cx="0" cy="0"/>
          <a:chOff x="0" y="0"/>
          <a:chExt cx="0" cy="0"/>
        </a:xfrm>
      </p:grpSpPr>
      <p:sp>
        <p:nvSpPr>
          <p:cNvPr id="4141" name="Google Shape;4141;p102"/>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142" name="Google Shape;4142;p102"/>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143" name="Google Shape;4143;p102"/>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144" name="Google Shape;4144;p102"/>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145" name="Google Shape;4145;p102"/>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4146" name="Google Shape;4146;p102"/>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4147" name="Google Shape;4147;p102"/>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48" name="Google Shape;4148;p102"/>
          <p:cNvGrpSpPr/>
          <p:nvPr/>
        </p:nvGrpSpPr>
        <p:grpSpPr>
          <a:xfrm rot="5400000">
            <a:off x="8359950" y="-226050"/>
            <a:ext cx="439200" cy="439100"/>
            <a:chOff x="1101075" y="2142375"/>
            <a:chExt cx="439200" cy="439100"/>
          </a:xfrm>
        </p:grpSpPr>
        <p:sp>
          <p:nvSpPr>
            <p:cNvPr id="4149" name="Google Shape;4149;p10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0" name="Google Shape;4150;p10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1" name="Google Shape;4151;p102"/>
          <p:cNvGrpSpPr/>
          <p:nvPr/>
        </p:nvGrpSpPr>
        <p:grpSpPr>
          <a:xfrm>
            <a:off x="-903250" y="4838101"/>
            <a:ext cx="4558967" cy="134100"/>
            <a:chOff x="796100" y="3019701"/>
            <a:chExt cx="4558967" cy="134100"/>
          </a:xfrm>
        </p:grpSpPr>
        <p:sp>
          <p:nvSpPr>
            <p:cNvPr id="4152" name="Google Shape;4152;p102"/>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53" name="Google Shape;4153;p102"/>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154" name="Google Shape;4154;p102"/>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4155" name="Shape 4155"/>
        <p:cNvGrpSpPr/>
        <p:nvPr/>
      </p:nvGrpSpPr>
      <p:grpSpPr>
        <a:xfrm>
          <a:off x="0" y="0"/>
          <a:ext cx="0" cy="0"/>
          <a:chOff x="0" y="0"/>
          <a:chExt cx="0" cy="0"/>
        </a:xfrm>
      </p:grpSpPr>
      <p:sp>
        <p:nvSpPr>
          <p:cNvPr id="4156" name="Google Shape;4156;p103"/>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57" name="Google Shape;4157;p103"/>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6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158" name="Google Shape;4158;p103"/>
          <p:cNvGrpSpPr/>
          <p:nvPr/>
        </p:nvGrpSpPr>
        <p:grpSpPr>
          <a:xfrm>
            <a:off x="-291585" y="-494819"/>
            <a:ext cx="1448824" cy="2238804"/>
            <a:chOff x="-308635" y="-494819"/>
            <a:chExt cx="1448824" cy="2238804"/>
          </a:xfrm>
        </p:grpSpPr>
        <p:grpSp>
          <p:nvGrpSpPr>
            <p:cNvPr id="4159" name="Google Shape;4159;p103"/>
            <p:cNvGrpSpPr/>
            <p:nvPr/>
          </p:nvGrpSpPr>
          <p:grpSpPr>
            <a:xfrm>
              <a:off x="-275757" y="-242066"/>
              <a:ext cx="981772" cy="1986051"/>
              <a:chOff x="-293545" y="3454371"/>
              <a:chExt cx="981772" cy="1986051"/>
            </a:xfrm>
          </p:grpSpPr>
          <p:sp>
            <p:nvSpPr>
              <p:cNvPr id="4160" name="Google Shape;4160;p103"/>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1" name="Google Shape;4161;p103"/>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2" name="Google Shape;4162;p103"/>
            <p:cNvGrpSpPr/>
            <p:nvPr/>
          </p:nvGrpSpPr>
          <p:grpSpPr>
            <a:xfrm>
              <a:off x="364499" y="794648"/>
              <a:ext cx="699940" cy="478601"/>
              <a:chOff x="39722" y="4349021"/>
              <a:chExt cx="1061964" cy="726143"/>
            </a:xfrm>
          </p:grpSpPr>
          <p:grpSp>
            <p:nvGrpSpPr>
              <p:cNvPr id="4163" name="Google Shape;4163;p103"/>
              <p:cNvGrpSpPr/>
              <p:nvPr/>
            </p:nvGrpSpPr>
            <p:grpSpPr>
              <a:xfrm rot="2700000">
                <a:off x="140502" y="4460924"/>
                <a:ext cx="524584" cy="502337"/>
                <a:chOff x="1189791" y="-1767331"/>
                <a:chExt cx="904284" cy="865933"/>
              </a:xfrm>
            </p:grpSpPr>
            <p:sp>
              <p:nvSpPr>
                <p:cNvPr id="4164" name="Google Shape;4164;p10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5" name="Google Shape;4165;p103"/>
                <p:cNvGrpSpPr/>
                <p:nvPr/>
              </p:nvGrpSpPr>
              <p:grpSpPr>
                <a:xfrm>
                  <a:off x="1232795" y="-1740829"/>
                  <a:ext cx="717621" cy="717392"/>
                  <a:chOff x="1483457" y="3953671"/>
                  <a:chExt cx="717621" cy="717392"/>
                </a:xfrm>
              </p:grpSpPr>
              <p:sp>
                <p:nvSpPr>
                  <p:cNvPr id="4166" name="Google Shape;4166;p10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7" name="Google Shape;4167;p10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10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9" name="Google Shape;4169;p10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0" name="Google Shape;4170;p10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71" name="Google Shape;4171;p10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2" name="Google Shape;4172;p103"/>
            <p:cNvGrpSpPr/>
            <p:nvPr/>
          </p:nvGrpSpPr>
          <p:grpSpPr>
            <a:xfrm rot="-5400000">
              <a:off x="-460623" y="-342832"/>
              <a:ext cx="1351491" cy="1047516"/>
              <a:chOff x="-2460210" y="2758493"/>
              <a:chExt cx="1351491" cy="1047516"/>
            </a:xfrm>
          </p:grpSpPr>
          <p:sp>
            <p:nvSpPr>
              <p:cNvPr id="4173" name="Google Shape;4173;p103"/>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103"/>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5" name="Google Shape;4175;p103"/>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03"/>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7" name="Google Shape;4177;p103"/>
            <p:cNvGrpSpPr/>
            <p:nvPr/>
          </p:nvGrpSpPr>
          <p:grpSpPr>
            <a:xfrm>
              <a:off x="440249" y="455173"/>
              <a:ext cx="699940" cy="478601"/>
              <a:chOff x="39722" y="4349021"/>
              <a:chExt cx="1061964" cy="726143"/>
            </a:xfrm>
          </p:grpSpPr>
          <p:grpSp>
            <p:nvGrpSpPr>
              <p:cNvPr id="4178" name="Google Shape;4178;p103"/>
              <p:cNvGrpSpPr/>
              <p:nvPr/>
            </p:nvGrpSpPr>
            <p:grpSpPr>
              <a:xfrm rot="2700000">
                <a:off x="140502" y="4460924"/>
                <a:ext cx="524584" cy="502337"/>
                <a:chOff x="1189791" y="-1767331"/>
                <a:chExt cx="904284" cy="865933"/>
              </a:xfrm>
            </p:grpSpPr>
            <p:sp>
              <p:nvSpPr>
                <p:cNvPr id="4179" name="Google Shape;4179;p10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0" name="Google Shape;4180;p103"/>
                <p:cNvGrpSpPr/>
                <p:nvPr/>
              </p:nvGrpSpPr>
              <p:grpSpPr>
                <a:xfrm>
                  <a:off x="1232795" y="-1740829"/>
                  <a:ext cx="717621" cy="717392"/>
                  <a:chOff x="1483457" y="3953671"/>
                  <a:chExt cx="717621" cy="717392"/>
                </a:xfrm>
              </p:grpSpPr>
              <p:sp>
                <p:nvSpPr>
                  <p:cNvPr id="4181" name="Google Shape;4181;p10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10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10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10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5" name="Google Shape;4185;p10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86" name="Google Shape;4186;p10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7" name="Google Shape;4187;p103"/>
            <p:cNvGrpSpPr/>
            <p:nvPr/>
          </p:nvGrpSpPr>
          <p:grpSpPr>
            <a:xfrm>
              <a:off x="-63826" y="511661"/>
              <a:ext cx="699940" cy="478601"/>
              <a:chOff x="39722" y="4349021"/>
              <a:chExt cx="1061964" cy="726143"/>
            </a:xfrm>
          </p:grpSpPr>
          <p:grpSp>
            <p:nvGrpSpPr>
              <p:cNvPr id="4188" name="Google Shape;4188;p103"/>
              <p:cNvGrpSpPr/>
              <p:nvPr/>
            </p:nvGrpSpPr>
            <p:grpSpPr>
              <a:xfrm rot="2700000">
                <a:off x="140502" y="4460924"/>
                <a:ext cx="524584" cy="502337"/>
                <a:chOff x="1189791" y="-1767331"/>
                <a:chExt cx="904284" cy="865933"/>
              </a:xfrm>
            </p:grpSpPr>
            <p:sp>
              <p:nvSpPr>
                <p:cNvPr id="4189" name="Google Shape;4189;p10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90" name="Google Shape;4190;p103"/>
                <p:cNvGrpSpPr/>
                <p:nvPr/>
              </p:nvGrpSpPr>
              <p:grpSpPr>
                <a:xfrm>
                  <a:off x="1232795" y="-1740829"/>
                  <a:ext cx="717621" cy="717392"/>
                  <a:chOff x="1483457" y="3953671"/>
                  <a:chExt cx="717621" cy="717392"/>
                </a:xfrm>
              </p:grpSpPr>
              <p:sp>
                <p:nvSpPr>
                  <p:cNvPr id="4191" name="Google Shape;4191;p10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2" name="Google Shape;4192;p10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10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4" name="Google Shape;4194;p10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5" name="Google Shape;4195;p10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196" name="Google Shape;4196;p10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97" name="Google Shape;4197;p103"/>
          <p:cNvGrpSpPr/>
          <p:nvPr/>
        </p:nvGrpSpPr>
        <p:grpSpPr>
          <a:xfrm>
            <a:off x="2659712" y="4275400"/>
            <a:ext cx="4952059" cy="2992224"/>
            <a:chOff x="2659712" y="4275400"/>
            <a:chExt cx="4952059" cy="2992224"/>
          </a:xfrm>
        </p:grpSpPr>
        <p:pic>
          <p:nvPicPr>
            <p:cNvPr id="4198" name="Google Shape;4198;p103"/>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4199" name="Google Shape;4199;p103"/>
            <p:cNvGrpSpPr/>
            <p:nvPr/>
          </p:nvGrpSpPr>
          <p:grpSpPr>
            <a:xfrm rot="-5400000">
              <a:off x="3258038" y="4413859"/>
              <a:ext cx="906953" cy="1517787"/>
              <a:chOff x="79748" y="2808602"/>
              <a:chExt cx="906953" cy="1517787"/>
            </a:xfrm>
          </p:grpSpPr>
          <p:sp>
            <p:nvSpPr>
              <p:cNvPr id="4200" name="Google Shape;4200;p103"/>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1" name="Google Shape;4201;p103"/>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103"/>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3" name="Google Shape;4203;p103"/>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4" name="Google Shape;4204;p103"/>
            <p:cNvGrpSpPr/>
            <p:nvPr/>
          </p:nvGrpSpPr>
          <p:grpSpPr>
            <a:xfrm rot="5400000">
              <a:off x="5484569" y="3756062"/>
              <a:ext cx="1421047" cy="2833357"/>
              <a:chOff x="334358" y="2186737"/>
              <a:chExt cx="1421047" cy="2833357"/>
            </a:xfrm>
          </p:grpSpPr>
          <p:sp>
            <p:nvSpPr>
              <p:cNvPr id="4205" name="Google Shape;4205;p103"/>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6" name="Google Shape;4206;p103"/>
              <p:cNvGrpSpPr/>
              <p:nvPr/>
            </p:nvGrpSpPr>
            <p:grpSpPr>
              <a:xfrm rot="5400000">
                <a:off x="1046250" y="3181856"/>
                <a:ext cx="161977" cy="161940"/>
                <a:chOff x="1101075" y="2142375"/>
                <a:chExt cx="439200" cy="439100"/>
              </a:xfrm>
            </p:grpSpPr>
            <p:sp>
              <p:nvSpPr>
                <p:cNvPr id="4207" name="Google Shape;4207;p10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8" name="Google Shape;4208;p10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9" name="Google Shape;4209;p103"/>
              <p:cNvGrpSpPr/>
              <p:nvPr/>
            </p:nvGrpSpPr>
            <p:grpSpPr>
              <a:xfrm rot="-5400000">
                <a:off x="628029" y="4564272"/>
                <a:ext cx="161977" cy="161940"/>
                <a:chOff x="1101075" y="2142375"/>
                <a:chExt cx="439200" cy="439100"/>
              </a:xfrm>
            </p:grpSpPr>
            <p:sp>
              <p:nvSpPr>
                <p:cNvPr id="4210" name="Google Shape;4210;p10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0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212" name="Google Shape;4212;p103"/>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213" name="Shape 4213"/>
        <p:cNvGrpSpPr/>
        <p:nvPr/>
      </p:nvGrpSpPr>
      <p:grpSpPr>
        <a:xfrm>
          <a:off x="0" y="0"/>
          <a:ext cx="0" cy="0"/>
          <a:chOff x="0" y="0"/>
          <a:chExt cx="0" cy="0"/>
        </a:xfrm>
      </p:grpSpPr>
      <p:grpSp>
        <p:nvGrpSpPr>
          <p:cNvPr id="4214" name="Google Shape;4214;p104"/>
          <p:cNvGrpSpPr/>
          <p:nvPr/>
        </p:nvGrpSpPr>
        <p:grpSpPr>
          <a:xfrm>
            <a:off x="-623241" y="3925887"/>
            <a:ext cx="2833357" cy="1517787"/>
            <a:chOff x="-623241" y="3849687"/>
            <a:chExt cx="2833357" cy="1517787"/>
          </a:xfrm>
        </p:grpSpPr>
        <p:grpSp>
          <p:nvGrpSpPr>
            <p:cNvPr id="4215" name="Google Shape;4215;p104"/>
            <p:cNvGrpSpPr/>
            <p:nvPr/>
          </p:nvGrpSpPr>
          <p:grpSpPr>
            <a:xfrm rot="5400000">
              <a:off x="-879113" y="4155104"/>
              <a:ext cx="1517787" cy="906953"/>
              <a:chOff x="-55500" y="4835979"/>
              <a:chExt cx="1517787" cy="906953"/>
            </a:xfrm>
          </p:grpSpPr>
          <p:sp>
            <p:nvSpPr>
              <p:cNvPr id="4216" name="Google Shape;4216;p104"/>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104"/>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104"/>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9" name="Google Shape;4219;p104"/>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0" name="Google Shape;4220;p104"/>
            <p:cNvGrpSpPr/>
            <p:nvPr/>
          </p:nvGrpSpPr>
          <p:grpSpPr>
            <a:xfrm>
              <a:off x="-623241" y="3946426"/>
              <a:ext cx="2833357" cy="1421047"/>
              <a:chOff x="-677366" y="4067276"/>
              <a:chExt cx="2833357" cy="1421047"/>
            </a:xfrm>
          </p:grpSpPr>
          <p:sp>
            <p:nvSpPr>
              <p:cNvPr id="4221" name="Google Shape;4221;p104"/>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2" name="Google Shape;4222;p104"/>
              <p:cNvGrpSpPr/>
              <p:nvPr/>
            </p:nvGrpSpPr>
            <p:grpSpPr>
              <a:xfrm>
                <a:off x="317735" y="4614472"/>
                <a:ext cx="161977" cy="161940"/>
                <a:chOff x="1101075" y="2142375"/>
                <a:chExt cx="439200" cy="439100"/>
              </a:xfrm>
            </p:grpSpPr>
            <p:sp>
              <p:nvSpPr>
                <p:cNvPr id="4223" name="Google Shape;4223;p10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4" name="Google Shape;4224;p10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5" name="Google Shape;4225;p104"/>
              <p:cNvGrpSpPr/>
              <p:nvPr/>
            </p:nvGrpSpPr>
            <p:grpSpPr>
              <a:xfrm rot="10800000">
                <a:off x="1700151" y="5032693"/>
                <a:ext cx="161977" cy="161940"/>
                <a:chOff x="1101075" y="2142375"/>
                <a:chExt cx="439200" cy="439100"/>
              </a:xfrm>
            </p:grpSpPr>
            <p:sp>
              <p:nvSpPr>
                <p:cNvPr id="4226" name="Google Shape;4226;p10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7" name="Google Shape;4227;p10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28" name="Google Shape;4228;p104"/>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9" name="Google Shape;4229;p104"/>
          <p:cNvGrpSpPr/>
          <p:nvPr/>
        </p:nvGrpSpPr>
        <p:grpSpPr>
          <a:xfrm>
            <a:off x="6323925" y="-1678249"/>
            <a:ext cx="4189199" cy="3065874"/>
            <a:chOff x="6171525" y="-1678249"/>
            <a:chExt cx="4189199" cy="3065874"/>
          </a:xfrm>
        </p:grpSpPr>
        <p:sp>
          <p:nvSpPr>
            <p:cNvPr id="4230" name="Google Shape;4230;p104"/>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31" name="Google Shape;4231;p104"/>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4232" name="Google Shape;4232;p104"/>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3" name="Google Shape;4233;p104"/>
            <p:cNvGrpSpPr/>
            <p:nvPr/>
          </p:nvGrpSpPr>
          <p:grpSpPr>
            <a:xfrm rot="-2700000">
              <a:off x="8302147" y="61289"/>
              <a:ext cx="582044" cy="582419"/>
              <a:chOff x="959750" y="3039275"/>
              <a:chExt cx="582050" cy="582425"/>
            </a:xfrm>
          </p:grpSpPr>
          <p:sp>
            <p:nvSpPr>
              <p:cNvPr id="4234" name="Google Shape;4234;p10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5" name="Google Shape;4235;p10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10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0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0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10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10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41" name="Google Shape;4241;p104"/>
            <p:cNvGrpSpPr/>
            <p:nvPr/>
          </p:nvGrpSpPr>
          <p:grpSpPr>
            <a:xfrm rot="-2700000">
              <a:off x="8551447" y="61289"/>
              <a:ext cx="582044" cy="582419"/>
              <a:chOff x="959750" y="3039275"/>
              <a:chExt cx="582050" cy="582425"/>
            </a:xfrm>
          </p:grpSpPr>
          <p:sp>
            <p:nvSpPr>
              <p:cNvPr id="4242" name="Google Shape;4242;p10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10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10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0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0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10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8" name="Google Shape;4248;p10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49" name="Google Shape;4249;p104"/>
          <p:cNvGrpSpPr/>
          <p:nvPr/>
        </p:nvGrpSpPr>
        <p:grpSpPr>
          <a:xfrm rot="2700000">
            <a:off x="8945322" y="2352177"/>
            <a:ext cx="439196" cy="439096"/>
            <a:chOff x="1101075" y="2142375"/>
            <a:chExt cx="439200" cy="439100"/>
          </a:xfrm>
        </p:grpSpPr>
        <p:sp>
          <p:nvSpPr>
            <p:cNvPr id="4250" name="Google Shape;4250;p10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1" name="Google Shape;4251;p10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4252" name="Shape 4252"/>
        <p:cNvGrpSpPr/>
        <p:nvPr/>
      </p:nvGrpSpPr>
      <p:grpSpPr>
        <a:xfrm>
          <a:off x="0" y="0"/>
          <a:ext cx="0" cy="0"/>
          <a:chOff x="0" y="0"/>
          <a:chExt cx="0" cy="0"/>
        </a:xfrm>
      </p:grpSpPr>
      <p:grpSp>
        <p:nvGrpSpPr>
          <p:cNvPr id="4253" name="Google Shape;4253;p105"/>
          <p:cNvGrpSpPr/>
          <p:nvPr/>
        </p:nvGrpSpPr>
        <p:grpSpPr>
          <a:xfrm>
            <a:off x="8332551" y="-7"/>
            <a:ext cx="2386151" cy="3293873"/>
            <a:chOff x="8256351" y="-7"/>
            <a:chExt cx="2386151" cy="3293873"/>
          </a:xfrm>
        </p:grpSpPr>
        <p:pic>
          <p:nvPicPr>
            <p:cNvPr id="4254" name="Google Shape;4254;p105"/>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4255" name="Google Shape;4255;p105"/>
            <p:cNvGrpSpPr/>
            <p:nvPr/>
          </p:nvGrpSpPr>
          <p:grpSpPr>
            <a:xfrm rot="10800000">
              <a:off x="8452444" y="-7"/>
              <a:ext cx="325154" cy="1788670"/>
              <a:chOff x="8869019" y="-622132"/>
              <a:chExt cx="325154" cy="1788670"/>
            </a:xfrm>
          </p:grpSpPr>
          <p:sp>
            <p:nvSpPr>
              <p:cNvPr id="4256" name="Google Shape;4256;p105"/>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57" name="Google Shape;4257;p105"/>
              <p:cNvGrpSpPr/>
              <p:nvPr/>
            </p:nvGrpSpPr>
            <p:grpSpPr>
              <a:xfrm rot="1800062">
                <a:off x="9035610" y="1007995"/>
                <a:ext cx="134040" cy="134009"/>
                <a:chOff x="1101075" y="2142375"/>
                <a:chExt cx="439200" cy="439100"/>
              </a:xfrm>
            </p:grpSpPr>
            <p:sp>
              <p:nvSpPr>
                <p:cNvPr id="4258" name="Google Shape;4258;p10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10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260" name="Google Shape;4260;p105"/>
          <p:cNvGrpSpPr/>
          <p:nvPr/>
        </p:nvGrpSpPr>
        <p:grpSpPr>
          <a:xfrm>
            <a:off x="-213525" y="171225"/>
            <a:ext cx="439200" cy="439100"/>
            <a:chOff x="1101075" y="2142375"/>
            <a:chExt cx="439200" cy="439100"/>
          </a:xfrm>
        </p:grpSpPr>
        <p:sp>
          <p:nvSpPr>
            <p:cNvPr id="4261" name="Google Shape;4261;p10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10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3" name="Google Shape;4263;p105"/>
          <p:cNvGrpSpPr/>
          <p:nvPr/>
        </p:nvGrpSpPr>
        <p:grpSpPr>
          <a:xfrm>
            <a:off x="-1262974" y="3161328"/>
            <a:ext cx="4822591" cy="2934500"/>
            <a:chOff x="-1186774" y="3161328"/>
            <a:chExt cx="4822591" cy="2934500"/>
          </a:xfrm>
        </p:grpSpPr>
        <p:pic>
          <p:nvPicPr>
            <p:cNvPr id="4264" name="Google Shape;4264;p105"/>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4265" name="Google Shape;4265;p105"/>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66" name="Google Shape;4266;p105"/>
            <p:cNvGrpSpPr/>
            <p:nvPr/>
          </p:nvGrpSpPr>
          <p:grpSpPr>
            <a:xfrm>
              <a:off x="58899" y="4608583"/>
              <a:ext cx="604346" cy="657081"/>
              <a:chOff x="58899" y="4608583"/>
              <a:chExt cx="604346" cy="657081"/>
            </a:xfrm>
          </p:grpSpPr>
          <p:grpSp>
            <p:nvGrpSpPr>
              <p:cNvPr id="4267" name="Google Shape;4267;p105"/>
              <p:cNvGrpSpPr/>
              <p:nvPr/>
            </p:nvGrpSpPr>
            <p:grpSpPr>
              <a:xfrm rot="10800000">
                <a:off x="58899" y="4608583"/>
                <a:ext cx="328346" cy="328531"/>
                <a:chOff x="3678700" y="407275"/>
                <a:chExt cx="708100" cy="708500"/>
              </a:xfrm>
            </p:grpSpPr>
            <p:sp>
              <p:nvSpPr>
                <p:cNvPr id="4268" name="Google Shape;4268;p10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0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10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10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10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0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0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105"/>
              <p:cNvGrpSpPr/>
              <p:nvPr/>
            </p:nvGrpSpPr>
            <p:grpSpPr>
              <a:xfrm rot="10800000">
                <a:off x="334899" y="4608583"/>
                <a:ext cx="328346" cy="328531"/>
                <a:chOff x="3678700" y="407275"/>
                <a:chExt cx="708100" cy="708500"/>
              </a:xfrm>
            </p:grpSpPr>
            <p:sp>
              <p:nvSpPr>
                <p:cNvPr id="4276" name="Google Shape;4276;p10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10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10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10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10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10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0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3" name="Google Shape;4283;p105"/>
              <p:cNvGrpSpPr/>
              <p:nvPr/>
            </p:nvGrpSpPr>
            <p:grpSpPr>
              <a:xfrm rot="10800000">
                <a:off x="282574" y="4937133"/>
                <a:ext cx="328346" cy="328531"/>
                <a:chOff x="3678700" y="407275"/>
                <a:chExt cx="708100" cy="708500"/>
              </a:xfrm>
            </p:grpSpPr>
            <p:sp>
              <p:nvSpPr>
                <p:cNvPr id="4284" name="Google Shape;4284;p105"/>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105"/>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6" name="Google Shape;4286;p105"/>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7" name="Google Shape;4287;p105"/>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105"/>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105"/>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105"/>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91" name="Google Shape;4291;p105"/>
            <p:cNvGrpSpPr/>
            <p:nvPr/>
          </p:nvGrpSpPr>
          <p:grpSpPr>
            <a:xfrm>
              <a:off x="-923150" y="4796551"/>
              <a:ext cx="4558967" cy="134100"/>
              <a:chOff x="796100" y="3019701"/>
              <a:chExt cx="4558967" cy="134100"/>
            </a:xfrm>
          </p:grpSpPr>
          <p:sp>
            <p:nvSpPr>
              <p:cNvPr id="4292" name="Google Shape;4292;p105"/>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93" name="Google Shape;4293;p105"/>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4294" name="Google Shape;4294;p105"/>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98" name="Shape 4298"/>
        <p:cNvGrpSpPr/>
        <p:nvPr/>
      </p:nvGrpSpPr>
      <p:grpSpPr>
        <a:xfrm>
          <a:off x="0" y="0"/>
          <a:ext cx="0" cy="0"/>
          <a:chOff x="0" y="0"/>
          <a:chExt cx="0" cy="0"/>
        </a:xfrm>
      </p:grpSpPr>
      <p:grpSp>
        <p:nvGrpSpPr>
          <p:cNvPr id="4299" name="Google Shape;4299;p107"/>
          <p:cNvGrpSpPr/>
          <p:nvPr/>
        </p:nvGrpSpPr>
        <p:grpSpPr>
          <a:xfrm>
            <a:off x="-3255180" y="-2900775"/>
            <a:ext cx="10039930" cy="6871129"/>
            <a:chOff x="-3102780" y="-2727750"/>
            <a:chExt cx="10039930" cy="6871129"/>
          </a:xfrm>
        </p:grpSpPr>
        <p:grpSp>
          <p:nvGrpSpPr>
            <p:cNvPr id="4300" name="Google Shape;4300;p107"/>
            <p:cNvGrpSpPr/>
            <p:nvPr/>
          </p:nvGrpSpPr>
          <p:grpSpPr>
            <a:xfrm rot="-7778255">
              <a:off x="-2414440" y="-1445047"/>
              <a:ext cx="5355679" cy="4305724"/>
              <a:chOff x="7103825" y="-713112"/>
              <a:chExt cx="3785226" cy="3043150"/>
            </a:xfrm>
          </p:grpSpPr>
          <p:sp>
            <p:nvSpPr>
              <p:cNvPr id="4301" name="Google Shape;4301;p107"/>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2" name="Google Shape;4302;p107"/>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4303" name="Google Shape;4303;p107"/>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107"/>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107"/>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4306" name="Google Shape;4306;p107"/>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07"/>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8" name="Google Shape;4308;p107"/>
            <p:cNvGrpSpPr/>
            <p:nvPr/>
          </p:nvGrpSpPr>
          <p:grpSpPr>
            <a:xfrm flipH="1">
              <a:off x="4446909" y="391151"/>
              <a:ext cx="134044" cy="134013"/>
              <a:chOff x="1101075" y="2142375"/>
              <a:chExt cx="439200" cy="439100"/>
            </a:xfrm>
          </p:grpSpPr>
          <p:sp>
            <p:nvSpPr>
              <p:cNvPr id="4309" name="Google Shape;4309;p10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10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1" name="Google Shape;4311;p107"/>
            <p:cNvGrpSpPr/>
            <p:nvPr/>
          </p:nvGrpSpPr>
          <p:grpSpPr>
            <a:xfrm flipH="1">
              <a:off x="1373609" y="694563"/>
              <a:ext cx="134044" cy="134013"/>
              <a:chOff x="1101075" y="2142375"/>
              <a:chExt cx="439200" cy="439100"/>
            </a:xfrm>
          </p:grpSpPr>
          <p:sp>
            <p:nvSpPr>
              <p:cNvPr id="4312" name="Google Shape;4312;p10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10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4" name="Google Shape;4314;p107"/>
            <p:cNvGrpSpPr/>
            <p:nvPr/>
          </p:nvGrpSpPr>
          <p:grpSpPr>
            <a:xfrm flipH="1">
              <a:off x="1086834" y="957463"/>
              <a:ext cx="134044" cy="134013"/>
              <a:chOff x="1101075" y="2142375"/>
              <a:chExt cx="439200" cy="439100"/>
            </a:xfrm>
          </p:grpSpPr>
          <p:sp>
            <p:nvSpPr>
              <p:cNvPr id="4315" name="Google Shape;4315;p10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0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7" name="Google Shape;4317;p107"/>
            <p:cNvGrpSpPr/>
            <p:nvPr/>
          </p:nvGrpSpPr>
          <p:grpSpPr>
            <a:xfrm flipH="1">
              <a:off x="277709" y="957463"/>
              <a:ext cx="134044" cy="134013"/>
              <a:chOff x="1101075" y="2142375"/>
              <a:chExt cx="439200" cy="439100"/>
            </a:xfrm>
          </p:grpSpPr>
          <p:sp>
            <p:nvSpPr>
              <p:cNvPr id="4318" name="Google Shape;4318;p10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9" name="Google Shape;4319;p10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20" name="Google Shape;4320;p107"/>
            <p:cNvGrpSpPr/>
            <p:nvPr/>
          </p:nvGrpSpPr>
          <p:grpSpPr>
            <a:xfrm flipH="1">
              <a:off x="277709" y="640813"/>
              <a:ext cx="134044" cy="134013"/>
              <a:chOff x="1101075" y="2142375"/>
              <a:chExt cx="439200" cy="439100"/>
            </a:xfrm>
          </p:grpSpPr>
          <p:sp>
            <p:nvSpPr>
              <p:cNvPr id="4321" name="Google Shape;4321;p10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0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23" name="Google Shape;4323;p107"/>
          <p:cNvGrpSpPr/>
          <p:nvPr/>
        </p:nvGrpSpPr>
        <p:grpSpPr>
          <a:xfrm>
            <a:off x="6385735" y="3039700"/>
            <a:ext cx="3920501" cy="3213899"/>
            <a:chOff x="6309535" y="2842975"/>
            <a:chExt cx="3920501" cy="3213899"/>
          </a:xfrm>
        </p:grpSpPr>
        <p:pic>
          <p:nvPicPr>
            <p:cNvPr id="4324" name="Google Shape;4324;p107"/>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4325" name="Google Shape;4325;p107"/>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107"/>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27" name="Google Shape;4327;p107"/>
            <p:cNvGrpSpPr/>
            <p:nvPr/>
          </p:nvGrpSpPr>
          <p:grpSpPr>
            <a:xfrm>
              <a:off x="7280400" y="3719575"/>
              <a:ext cx="582050" cy="582425"/>
              <a:chOff x="959750" y="3039275"/>
              <a:chExt cx="582050" cy="582425"/>
            </a:xfrm>
          </p:grpSpPr>
          <p:sp>
            <p:nvSpPr>
              <p:cNvPr id="4328" name="Google Shape;4328;p10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10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0" name="Google Shape;4330;p10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1" name="Google Shape;4331;p10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10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10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10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5" name="Google Shape;4335;p107"/>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6" name="Google Shape;4336;p107"/>
            <p:cNvGrpSpPr/>
            <p:nvPr/>
          </p:nvGrpSpPr>
          <p:grpSpPr>
            <a:xfrm>
              <a:off x="8337812" y="3492483"/>
              <a:ext cx="699928" cy="1651024"/>
              <a:chOff x="8337812" y="3492483"/>
              <a:chExt cx="699928" cy="1651024"/>
            </a:xfrm>
          </p:grpSpPr>
          <p:sp>
            <p:nvSpPr>
              <p:cNvPr id="4337" name="Google Shape;4337;p10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10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10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0" name="Google Shape;4340;p107"/>
            <p:cNvGrpSpPr/>
            <p:nvPr/>
          </p:nvGrpSpPr>
          <p:grpSpPr>
            <a:xfrm>
              <a:off x="7945225" y="4302000"/>
              <a:ext cx="904666" cy="726121"/>
              <a:chOff x="7945225" y="4302000"/>
              <a:chExt cx="904666" cy="726121"/>
            </a:xfrm>
          </p:grpSpPr>
          <p:sp>
            <p:nvSpPr>
              <p:cNvPr id="4341" name="Google Shape;4341;p10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2" name="Google Shape;4342;p10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0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44" name="Google Shape;4344;p107"/>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4345" name="Google Shape;4345;p107"/>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346" name="Google Shape;4346;p107"/>
          <p:cNvGrpSpPr/>
          <p:nvPr/>
        </p:nvGrpSpPr>
        <p:grpSpPr>
          <a:xfrm>
            <a:off x="-309885" y="3617406"/>
            <a:ext cx="1448824" cy="2238804"/>
            <a:chOff x="-309885" y="3617406"/>
            <a:chExt cx="1448824" cy="2238804"/>
          </a:xfrm>
        </p:grpSpPr>
        <p:grpSp>
          <p:nvGrpSpPr>
            <p:cNvPr id="4347" name="Google Shape;4347;p107"/>
            <p:cNvGrpSpPr/>
            <p:nvPr/>
          </p:nvGrpSpPr>
          <p:grpSpPr>
            <a:xfrm>
              <a:off x="-277007" y="3870159"/>
              <a:ext cx="981772" cy="1986051"/>
              <a:chOff x="-293545" y="3454371"/>
              <a:chExt cx="981772" cy="1986051"/>
            </a:xfrm>
          </p:grpSpPr>
          <p:sp>
            <p:nvSpPr>
              <p:cNvPr id="4348" name="Google Shape;4348;p107"/>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07"/>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0" name="Google Shape;4350;p107"/>
            <p:cNvGrpSpPr/>
            <p:nvPr/>
          </p:nvGrpSpPr>
          <p:grpSpPr>
            <a:xfrm>
              <a:off x="363249" y="4906873"/>
              <a:ext cx="699940" cy="478601"/>
              <a:chOff x="39722" y="4349021"/>
              <a:chExt cx="1061964" cy="726143"/>
            </a:xfrm>
          </p:grpSpPr>
          <p:grpSp>
            <p:nvGrpSpPr>
              <p:cNvPr id="4351" name="Google Shape;4351;p107"/>
              <p:cNvGrpSpPr/>
              <p:nvPr/>
            </p:nvGrpSpPr>
            <p:grpSpPr>
              <a:xfrm rot="2700000">
                <a:off x="140502" y="4460924"/>
                <a:ext cx="524584" cy="502337"/>
                <a:chOff x="1189791" y="-1767331"/>
                <a:chExt cx="904284" cy="865933"/>
              </a:xfrm>
            </p:grpSpPr>
            <p:sp>
              <p:nvSpPr>
                <p:cNvPr id="4352" name="Google Shape;4352;p10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53" name="Google Shape;4353;p107"/>
                <p:cNvGrpSpPr/>
                <p:nvPr/>
              </p:nvGrpSpPr>
              <p:grpSpPr>
                <a:xfrm>
                  <a:off x="1232795" y="-1740829"/>
                  <a:ext cx="717621" cy="717392"/>
                  <a:chOff x="1483457" y="3953671"/>
                  <a:chExt cx="717621" cy="717392"/>
                </a:xfrm>
              </p:grpSpPr>
              <p:sp>
                <p:nvSpPr>
                  <p:cNvPr id="4354" name="Google Shape;4354;p10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10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0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0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0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59" name="Google Shape;4359;p10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0" name="Google Shape;4360;p107"/>
            <p:cNvGrpSpPr/>
            <p:nvPr/>
          </p:nvGrpSpPr>
          <p:grpSpPr>
            <a:xfrm rot="-5400000">
              <a:off x="-461873" y="3769393"/>
              <a:ext cx="1351491" cy="1047516"/>
              <a:chOff x="-2460210" y="2758493"/>
              <a:chExt cx="1351491" cy="1047516"/>
            </a:xfrm>
          </p:grpSpPr>
          <p:sp>
            <p:nvSpPr>
              <p:cNvPr id="4361" name="Google Shape;4361;p107"/>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107"/>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3" name="Google Shape;4363;p107"/>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4" name="Google Shape;4364;p107"/>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5" name="Google Shape;4365;p107"/>
            <p:cNvGrpSpPr/>
            <p:nvPr/>
          </p:nvGrpSpPr>
          <p:grpSpPr>
            <a:xfrm>
              <a:off x="438999" y="4567398"/>
              <a:ext cx="699940" cy="478601"/>
              <a:chOff x="39722" y="4349021"/>
              <a:chExt cx="1061964" cy="726143"/>
            </a:xfrm>
          </p:grpSpPr>
          <p:grpSp>
            <p:nvGrpSpPr>
              <p:cNvPr id="4366" name="Google Shape;4366;p107"/>
              <p:cNvGrpSpPr/>
              <p:nvPr/>
            </p:nvGrpSpPr>
            <p:grpSpPr>
              <a:xfrm rot="2700000">
                <a:off x="140502" y="4460924"/>
                <a:ext cx="524584" cy="502337"/>
                <a:chOff x="1189791" y="-1767331"/>
                <a:chExt cx="904284" cy="865933"/>
              </a:xfrm>
            </p:grpSpPr>
            <p:sp>
              <p:nvSpPr>
                <p:cNvPr id="4367" name="Google Shape;4367;p10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68" name="Google Shape;4368;p107"/>
                <p:cNvGrpSpPr/>
                <p:nvPr/>
              </p:nvGrpSpPr>
              <p:grpSpPr>
                <a:xfrm>
                  <a:off x="1232795" y="-1740829"/>
                  <a:ext cx="717621" cy="717392"/>
                  <a:chOff x="1483457" y="3953671"/>
                  <a:chExt cx="717621" cy="717392"/>
                </a:xfrm>
              </p:grpSpPr>
              <p:sp>
                <p:nvSpPr>
                  <p:cNvPr id="4369" name="Google Shape;4369;p10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0" name="Google Shape;4370;p10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1" name="Google Shape;4371;p10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10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10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74" name="Google Shape;4374;p10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5" name="Google Shape;4375;p107"/>
            <p:cNvGrpSpPr/>
            <p:nvPr/>
          </p:nvGrpSpPr>
          <p:grpSpPr>
            <a:xfrm>
              <a:off x="-65076" y="4623886"/>
              <a:ext cx="699940" cy="478601"/>
              <a:chOff x="39722" y="4349021"/>
              <a:chExt cx="1061964" cy="726143"/>
            </a:xfrm>
          </p:grpSpPr>
          <p:grpSp>
            <p:nvGrpSpPr>
              <p:cNvPr id="4376" name="Google Shape;4376;p107"/>
              <p:cNvGrpSpPr/>
              <p:nvPr/>
            </p:nvGrpSpPr>
            <p:grpSpPr>
              <a:xfrm rot="2700000">
                <a:off x="140502" y="4460924"/>
                <a:ext cx="524584" cy="502337"/>
                <a:chOff x="1189791" y="-1767331"/>
                <a:chExt cx="904284" cy="865933"/>
              </a:xfrm>
            </p:grpSpPr>
            <p:sp>
              <p:nvSpPr>
                <p:cNvPr id="4377" name="Google Shape;4377;p10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78" name="Google Shape;4378;p107"/>
                <p:cNvGrpSpPr/>
                <p:nvPr/>
              </p:nvGrpSpPr>
              <p:grpSpPr>
                <a:xfrm>
                  <a:off x="1232795" y="-1740829"/>
                  <a:ext cx="717621" cy="717392"/>
                  <a:chOff x="1483457" y="3953671"/>
                  <a:chExt cx="717621" cy="717392"/>
                </a:xfrm>
              </p:grpSpPr>
              <p:sp>
                <p:nvSpPr>
                  <p:cNvPr id="4379" name="Google Shape;4379;p10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0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0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2" name="Google Shape;4382;p10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3" name="Google Shape;4383;p10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84" name="Google Shape;4384;p10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385" name="Shape 4385"/>
        <p:cNvGrpSpPr/>
        <p:nvPr/>
      </p:nvGrpSpPr>
      <p:grpSpPr>
        <a:xfrm>
          <a:off x="0" y="0"/>
          <a:ext cx="0" cy="0"/>
          <a:chOff x="0" y="0"/>
          <a:chExt cx="0" cy="0"/>
        </a:xfrm>
      </p:grpSpPr>
      <p:sp>
        <p:nvSpPr>
          <p:cNvPr id="4386" name="Google Shape;4386;p10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387" name="Google Shape;4387;p108"/>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200">
                <a:latin typeface="Poppins"/>
                <a:ea typeface="Poppins"/>
                <a:cs typeface="Poppins"/>
                <a:sym typeface="Poppins"/>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388" name="Google Shape;4388;p10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389" name="Google Shape;4389;p108"/>
          <p:cNvGrpSpPr/>
          <p:nvPr/>
        </p:nvGrpSpPr>
        <p:grpSpPr>
          <a:xfrm>
            <a:off x="-539206" y="-1717975"/>
            <a:ext cx="4397193" cy="4171657"/>
            <a:chOff x="-494406" y="-1584825"/>
            <a:chExt cx="4397193" cy="4171657"/>
          </a:xfrm>
        </p:grpSpPr>
        <p:grpSp>
          <p:nvGrpSpPr>
            <p:cNvPr id="4390" name="Google Shape;4390;p108"/>
            <p:cNvGrpSpPr/>
            <p:nvPr/>
          </p:nvGrpSpPr>
          <p:grpSpPr>
            <a:xfrm>
              <a:off x="-494406" y="-252396"/>
              <a:ext cx="1741563" cy="1288563"/>
              <a:chOff x="-494406" y="-252396"/>
              <a:chExt cx="1741563" cy="1288563"/>
            </a:xfrm>
          </p:grpSpPr>
          <p:sp>
            <p:nvSpPr>
              <p:cNvPr id="4391" name="Google Shape;4391;p10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0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3" name="Google Shape;4393;p108"/>
            <p:cNvGrpSpPr/>
            <p:nvPr/>
          </p:nvGrpSpPr>
          <p:grpSpPr>
            <a:xfrm>
              <a:off x="245875" y="-51824"/>
              <a:ext cx="208200" cy="1824700"/>
              <a:chOff x="1040050" y="3812126"/>
              <a:chExt cx="208200" cy="1824700"/>
            </a:xfrm>
          </p:grpSpPr>
          <p:sp>
            <p:nvSpPr>
              <p:cNvPr id="4394" name="Google Shape;4394;p10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10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96" name="Google Shape;4396;p108"/>
            <p:cNvGrpSpPr/>
            <p:nvPr/>
          </p:nvGrpSpPr>
          <p:grpSpPr>
            <a:xfrm>
              <a:off x="441574" y="-36652"/>
              <a:ext cx="699940" cy="478601"/>
              <a:chOff x="39722" y="4349021"/>
              <a:chExt cx="1061964" cy="726143"/>
            </a:xfrm>
          </p:grpSpPr>
          <p:grpSp>
            <p:nvGrpSpPr>
              <p:cNvPr id="4397" name="Google Shape;4397;p108"/>
              <p:cNvGrpSpPr/>
              <p:nvPr/>
            </p:nvGrpSpPr>
            <p:grpSpPr>
              <a:xfrm rot="2700000">
                <a:off x="140502" y="4460924"/>
                <a:ext cx="524584" cy="502337"/>
                <a:chOff x="1189791" y="-1767331"/>
                <a:chExt cx="904284" cy="865933"/>
              </a:xfrm>
            </p:grpSpPr>
            <p:sp>
              <p:nvSpPr>
                <p:cNvPr id="4398" name="Google Shape;4398;p10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99" name="Google Shape;4399;p108"/>
                <p:cNvGrpSpPr/>
                <p:nvPr/>
              </p:nvGrpSpPr>
              <p:grpSpPr>
                <a:xfrm>
                  <a:off x="1232795" y="-1740829"/>
                  <a:ext cx="717621" cy="717392"/>
                  <a:chOff x="1483457" y="3953671"/>
                  <a:chExt cx="717621" cy="717392"/>
                </a:xfrm>
              </p:grpSpPr>
              <p:sp>
                <p:nvSpPr>
                  <p:cNvPr id="4400" name="Google Shape;4400;p10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0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10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10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10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05" name="Google Shape;4405;p10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6" name="Google Shape;4406;p108"/>
            <p:cNvGrpSpPr/>
            <p:nvPr/>
          </p:nvGrpSpPr>
          <p:grpSpPr>
            <a:xfrm>
              <a:off x="955673" y="11"/>
              <a:ext cx="592576" cy="405260"/>
              <a:chOff x="39722" y="4349021"/>
              <a:chExt cx="1061964" cy="726143"/>
            </a:xfrm>
          </p:grpSpPr>
          <p:grpSp>
            <p:nvGrpSpPr>
              <p:cNvPr id="4407" name="Google Shape;4407;p108"/>
              <p:cNvGrpSpPr/>
              <p:nvPr/>
            </p:nvGrpSpPr>
            <p:grpSpPr>
              <a:xfrm rot="2700000">
                <a:off x="140502" y="4460924"/>
                <a:ext cx="524584" cy="502337"/>
                <a:chOff x="1189791" y="-1767331"/>
                <a:chExt cx="904284" cy="865933"/>
              </a:xfrm>
            </p:grpSpPr>
            <p:sp>
              <p:nvSpPr>
                <p:cNvPr id="4408" name="Google Shape;4408;p10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09" name="Google Shape;4409;p108"/>
                <p:cNvGrpSpPr/>
                <p:nvPr/>
              </p:nvGrpSpPr>
              <p:grpSpPr>
                <a:xfrm>
                  <a:off x="1232795" y="-1740829"/>
                  <a:ext cx="717621" cy="717392"/>
                  <a:chOff x="1483457" y="3953671"/>
                  <a:chExt cx="717621" cy="717392"/>
                </a:xfrm>
              </p:grpSpPr>
              <p:sp>
                <p:nvSpPr>
                  <p:cNvPr id="4410" name="Google Shape;4410;p10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1" name="Google Shape;4411;p10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10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3" name="Google Shape;4413;p10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4" name="Google Shape;4414;p10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15" name="Google Shape;4415;p10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6" name="Google Shape;4416;p108"/>
            <p:cNvGrpSpPr/>
            <p:nvPr/>
          </p:nvGrpSpPr>
          <p:grpSpPr>
            <a:xfrm>
              <a:off x="-1" y="621223"/>
              <a:ext cx="699940" cy="478601"/>
              <a:chOff x="39722" y="4349021"/>
              <a:chExt cx="1061964" cy="726143"/>
            </a:xfrm>
          </p:grpSpPr>
          <p:grpSp>
            <p:nvGrpSpPr>
              <p:cNvPr id="4417" name="Google Shape;4417;p108"/>
              <p:cNvGrpSpPr/>
              <p:nvPr/>
            </p:nvGrpSpPr>
            <p:grpSpPr>
              <a:xfrm rot="2700000">
                <a:off x="140502" y="4460924"/>
                <a:ext cx="524584" cy="502337"/>
                <a:chOff x="1189791" y="-1767331"/>
                <a:chExt cx="904284" cy="865933"/>
              </a:xfrm>
            </p:grpSpPr>
            <p:sp>
              <p:nvSpPr>
                <p:cNvPr id="4418" name="Google Shape;4418;p10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9" name="Google Shape;4419;p108"/>
                <p:cNvGrpSpPr/>
                <p:nvPr/>
              </p:nvGrpSpPr>
              <p:grpSpPr>
                <a:xfrm>
                  <a:off x="1232795" y="-1740829"/>
                  <a:ext cx="717621" cy="717392"/>
                  <a:chOff x="1483457" y="3953671"/>
                  <a:chExt cx="717621" cy="717392"/>
                </a:xfrm>
              </p:grpSpPr>
              <p:sp>
                <p:nvSpPr>
                  <p:cNvPr id="4420" name="Google Shape;4420;p10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0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2" name="Google Shape;4422;p10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3" name="Google Shape;4423;p10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10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25" name="Google Shape;4425;p10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6" name="Google Shape;4426;p108"/>
            <p:cNvGrpSpPr/>
            <p:nvPr/>
          </p:nvGrpSpPr>
          <p:grpSpPr>
            <a:xfrm rot="-8100000">
              <a:off x="540898" y="-1172741"/>
              <a:ext cx="2552124" cy="3347490"/>
              <a:chOff x="2976325" y="908175"/>
              <a:chExt cx="4028179" cy="5283555"/>
            </a:xfrm>
          </p:grpSpPr>
          <p:sp>
            <p:nvSpPr>
              <p:cNvPr id="4427" name="Google Shape;4427;p10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8" name="Google Shape;4428;p10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9" name="Google Shape;4429;p10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30" name="Shape 4430"/>
        <p:cNvGrpSpPr/>
        <p:nvPr/>
      </p:nvGrpSpPr>
      <p:grpSpPr>
        <a:xfrm>
          <a:off x="0" y="0"/>
          <a:ext cx="0" cy="0"/>
          <a:chOff x="0" y="0"/>
          <a:chExt cx="0" cy="0"/>
        </a:xfrm>
      </p:grpSpPr>
      <p:sp>
        <p:nvSpPr>
          <p:cNvPr id="4431" name="Google Shape;4431;p1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32" name="Google Shape;4432;p109"/>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434343"/>
              </a:buClr>
              <a:buSzPts val="1400"/>
              <a:buAutoNum type="arabicPeriod"/>
              <a:defRPr>
                <a:solidFill>
                  <a:srgbClr val="191919"/>
                </a:solidFill>
              </a:defRPr>
            </a:lvl1pPr>
            <a:lvl2pPr indent="-317500" lvl="1" marL="91440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4433" name="Google Shape;4433;p109"/>
          <p:cNvGrpSpPr/>
          <p:nvPr/>
        </p:nvGrpSpPr>
        <p:grpSpPr>
          <a:xfrm>
            <a:off x="7365150" y="-1147799"/>
            <a:ext cx="3733124" cy="6537004"/>
            <a:chOff x="7212750" y="-1147799"/>
            <a:chExt cx="3733124" cy="6537004"/>
          </a:xfrm>
        </p:grpSpPr>
        <p:pic>
          <p:nvPicPr>
            <p:cNvPr id="4434" name="Google Shape;4434;p109"/>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4435" name="Google Shape;4435;p109"/>
            <p:cNvGrpSpPr/>
            <p:nvPr/>
          </p:nvGrpSpPr>
          <p:grpSpPr>
            <a:xfrm>
              <a:off x="7392021" y="539499"/>
              <a:ext cx="1518472" cy="3030657"/>
              <a:chOff x="7785196" y="342199"/>
              <a:chExt cx="1518472" cy="3030657"/>
            </a:xfrm>
          </p:grpSpPr>
          <p:sp>
            <p:nvSpPr>
              <p:cNvPr id="4436" name="Google Shape;4436;p109"/>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09"/>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8" name="Google Shape;4438;p109"/>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9" name="Google Shape;4439;p109"/>
            <p:cNvGrpSpPr/>
            <p:nvPr/>
          </p:nvGrpSpPr>
          <p:grpSpPr>
            <a:xfrm>
              <a:off x="7740801" y="270000"/>
              <a:ext cx="3153315" cy="5119205"/>
              <a:chOff x="7740801" y="270000"/>
              <a:chExt cx="3153315" cy="5119205"/>
            </a:xfrm>
          </p:grpSpPr>
          <p:sp>
            <p:nvSpPr>
              <p:cNvPr id="4440" name="Google Shape;4440;p109"/>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1" name="Google Shape;4441;p109"/>
              <p:cNvGrpSpPr/>
              <p:nvPr/>
            </p:nvGrpSpPr>
            <p:grpSpPr>
              <a:xfrm>
                <a:off x="8192886" y="4736397"/>
                <a:ext cx="134004" cy="134004"/>
                <a:chOff x="8356813" y="1074288"/>
                <a:chExt cx="351900" cy="351900"/>
              </a:xfrm>
            </p:grpSpPr>
            <p:sp>
              <p:nvSpPr>
                <p:cNvPr id="4442" name="Google Shape;4442;p10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0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4" name="Google Shape;4444;p109"/>
              <p:cNvGrpSpPr/>
              <p:nvPr/>
            </p:nvGrpSpPr>
            <p:grpSpPr>
              <a:xfrm>
                <a:off x="8788211" y="3794722"/>
                <a:ext cx="134004" cy="134004"/>
                <a:chOff x="8356813" y="1074288"/>
                <a:chExt cx="351900" cy="351900"/>
              </a:xfrm>
            </p:grpSpPr>
            <p:sp>
              <p:nvSpPr>
                <p:cNvPr id="4445" name="Google Shape;4445;p10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0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7" name="Google Shape;4447;p109"/>
              <p:cNvGrpSpPr/>
              <p:nvPr/>
            </p:nvGrpSpPr>
            <p:grpSpPr>
              <a:xfrm>
                <a:off x="8654186" y="2424672"/>
                <a:ext cx="134004" cy="134004"/>
                <a:chOff x="8356813" y="1074288"/>
                <a:chExt cx="351900" cy="351900"/>
              </a:xfrm>
            </p:grpSpPr>
            <p:sp>
              <p:nvSpPr>
                <p:cNvPr id="4448" name="Google Shape;4448;p10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9" name="Google Shape;4449;p10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450" name="Google Shape;4450;p109"/>
          <p:cNvGrpSpPr/>
          <p:nvPr/>
        </p:nvGrpSpPr>
        <p:grpSpPr>
          <a:xfrm rot="-2529045">
            <a:off x="105741" y="3680210"/>
            <a:ext cx="591691" cy="2260270"/>
            <a:chOff x="-132364" y="1829399"/>
            <a:chExt cx="591677" cy="2260214"/>
          </a:xfrm>
        </p:grpSpPr>
        <p:sp>
          <p:nvSpPr>
            <p:cNvPr id="4451" name="Google Shape;4451;p109"/>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09"/>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3" name="Google Shape;4453;p109"/>
          <p:cNvGrpSpPr/>
          <p:nvPr/>
        </p:nvGrpSpPr>
        <p:grpSpPr>
          <a:xfrm>
            <a:off x="-520148" y="-573164"/>
            <a:ext cx="1502291" cy="2806842"/>
            <a:chOff x="-367748" y="-573164"/>
            <a:chExt cx="1502291" cy="2806842"/>
          </a:xfrm>
        </p:grpSpPr>
        <p:grpSp>
          <p:nvGrpSpPr>
            <p:cNvPr id="4454" name="Google Shape;4454;p109"/>
            <p:cNvGrpSpPr/>
            <p:nvPr/>
          </p:nvGrpSpPr>
          <p:grpSpPr>
            <a:xfrm rot="10800000">
              <a:off x="-191449" y="1507557"/>
              <a:ext cx="904666" cy="726121"/>
              <a:chOff x="7945225" y="4302000"/>
              <a:chExt cx="904666" cy="726121"/>
            </a:xfrm>
          </p:grpSpPr>
          <p:sp>
            <p:nvSpPr>
              <p:cNvPr id="4455" name="Google Shape;4455;p10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10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0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58" name="Google Shape;4458;p109"/>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9" name="Google Shape;4459;p109"/>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0" name="Google Shape;4460;p109"/>
            <p:cNvGrpSpPr/>
            <p:nvPr/>
          </p:nvGrpSpPr>
          <p:grpSpPr>
            <a:xfrm rot="10800000">
              <a:off x="-367748" y="-467133"/>
              <a:ext cx="699928" cy="1651024"/>
              <a:chOff x="8337812" y="3492483"/>
              <a:chExt cx="699928" cy="1651024"/>
            </a:xfrm>
          </p:grpSpPr>
          <p:sp>
            <p:nvSpPr>
              <p:cNvPr id="4461" name="Google Shape;4461;p10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2" name="Google Shape;4462;p10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3" name="Google Shape;4463;p10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464" name="Shape 4464"/>
        <p:cNvGrpSpPr/>
        <p:nvPr/>
      </p:nvGrpSpPr>
      <p:grpSpPr>
        <a:xfrm>
          <a:off x="0" y="0"/>
          <a:ext cx="0" cy="0"/>
          <a:chOff x="0" y="0"/>
          <a:chExt cx="0" cy="0"/>
        </a:xfrm>
      </p:grpSpPr>
      <p:sp>
        <p:nvSpPr>
          <p:cNvPr id="4465" name="Google Shape;4465;p11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66" name="Google Shape;4466;p110"/>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67" name="Google Shape;4467;p110"/>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68" name="Google Shape;4468;p110"/>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469" name="Google Shape;4469;p110"/>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4470" name="Google Shape;4470;p110"/>
          <p:cNvGrpSpPr/>
          <p:nvPr/>
        </p:nvGrpSpPr>
        <p:grpSpPr>
          <a:xfrm>
            <a:off x="7579113" y="-890399"/>
            <a:ext cx="2898275" cy="3032950"/>
            <a:chOff x="7198113" y="-890399"/>
            <a:chExt cx="2898275" cy="3032950"/>
          </a:xfrm>
        </p:grpSpPr>
        <p:pic>
          <p:nvPicPr>
            <p:cNvPr id="4471" name="Google Shape;4471;p110"/>
            <p:cNvPicPr preferRelativeResize="0"/>
            <p:nvPr/>
          </p:nvPicPr>
          <p:blipFill rotWithShape="1">
            <a:blip r:embed="rId2">
              <a:alphaModFix/>
            </a:blip>
            <a:srcRect b="26177" l="16960" r="7121" t="24718"/>
            <a:stretch/>
          </p:blipFill>
          <p:spPr>
            <a:xfrm rot="-5400000">
              <a:off x="7130775" y="-823062"/>
              <a:ext cx="3032950" cy="2898275"/>
            </a:xfrm>
            <a:prstGeom prst="rect">
              <a:avLst/>
            </a:prstGeom>
            <a:noFill/>
            <a:ln>
              <a:noFill/>
            </a:ln>
          </p:spPr>
        </p:pic>
        <p:grpSp>
          <p:nvGrpSpPr>
            <p:cNvPr id="4472" name="Google Shape;4472;p110"/>
            <p:cNvGrpSpPr/>
            <p:nvPr/>
          </p:nvGrpSpPr>
          <p:grpSpPr>
            <a:xfrm>
              <a:off x="8319318" y="-249682"/>
              <a:ext cx="1460040" cy="1171886"/>
              <a:chOff x="7945225" y="4302000"/>
              <a:chExt cx="904666" cy="726121"/>
            </a:xfrm>
          </p:grpSpPr>
          <p:sp>
            <p:nvSpPr>
              <p:cNvPr id="4473" name="Google Shape;4473;p11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11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11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6" name="Google Shape;4476;p110"/>
          <p:cNvGrpSpPr/>
          <p:nvPr/>
        </p:nvGrpSpPr>
        <p:grpSpPr>
          <a:xfrm>
            <a:off x="-613920" y="3693606"/>
            <a:ext cx="2048057" cy="2238804"/>
            <a:chOff x="-461520" y="3617406"/>
            <a:chExt cx="2048057" cy="2238804"/>
          </a:xfrm>
        </p:grpSpPr>
        <p:grpSp>
          <p:nvGrpSpPr>
            <p:cNvPr id="4477" name="Google Shape;4477;p110"/>
            <p:cNvGrpSpPr/>
            <p:nvPr/>
          </p:nvGrpSpPr>
          <p:grpSpPr>
            <a:xfrm>
              <a:off x="-461520" y="3617406"/>
              <a:ext cx="1916534" cy="2238804"/>
              <a:chOff x="-461520" y="3617406"/>
              <a:chExt cx="1916534" cy="2238804"/>
            </a:xfrm>
          </p:grpSpPr>
          <p:grpSp>
            <p:nvGrpSpPr>
              <p:cNvPr id="4478" name="Google Shape;4478;p110"/>
              <p:cNvGrpSpPr/>
              <p:nvPr/>
            </p:nvGrpSpPr>
            <p:grpSpPr>
              <a:xfrm flipH="1">
                <a:off x="-461520" y="4010132"/>
                <a:ext cx="1916534" cy="1538287"/>
                <a:chOff x="7945225" y="4302000"/>
                <a:chExt cx="904666" cy="726121"/>
              </a:xfrm>
            </p:grpSpPr>
            <p:sp>
              <p:nvSpPr>
                <p:cNvPr id="4479" name="Google Shape;4479;p11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1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1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2" name="Google Shape;4482;p110"/>
              <p:cNvGrpSpPr/>
              <p:nvPr/>
            </p:nvGrpSpPr>
            <p:grpSpPr>
              <a:xfrm>
                <a:off x="-309885" y="3617406"/>
                <a:ext cx="1448824" cy="2238804"/>
                <a:chOff x="-309885" y="3617406"/>
                <a:chExt cx="1448824" cy="2238804"/>
              </a:xfrm>
            </p:grpSpPr>
            <p:grpSp>
              <p:nvGrpSpPr>
                <p:cNvPr id="4483" name="Google Shape;4483;p110"/>
                <p:cNvGrpSpPr/>
                <p:nvPr/>
              </p:nvGrpSpPr>
              <p:grpSpPr>
                <a:xfrm>
                  <a:off x="-277007" y="3870159"/>
                  <a:ext cx="981772" cy="1986051"/>
                  <a:chOff x="-293545" y="3454371"/>
                  <a:chExt cx="981772" cy="1986051"/>
                </a:xfrm>
              </p:grpSpPr>
              <p:sp>
                <p:nvSpPr>
                  <p:cNvPr id="4484" name="Google Shape;4484;p110"/>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10"/>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6" name="Google Shape;4486;p110"/>
                <p:cNvGrpSpPr/>
                <p:nvPr/>
              </p:nvGrpSpPr>
              <p:grpSpPr>
                <a:xfrm>
                  <a:off x="363249" y="4906873"/>
                  <a:ext cx="699940" cy="478601"/>
                  <a:chOff x="39722" y="4349021"/>
                  <a:chExt cx="1061964" cy="726143"/>
                </a:xfrm>
              </p:grpSpPr>
              <p:grpSp>
                <p:nvGrpSpPr>
                  <p:cNvPr id="4487" name="Google Shape;4487;p110"/>
                  <p:cNvGrpSpPr/>
                  <p:nvPr/>
                </p:nvGrpSpPr>
                <p:grpSpPr>
                  <a:xfrm rot="2700000">
                    <a:off x="140502" y="4460924"/>
                    <a:ext cx="524584" cy="502337"/>
                    <a:chOff x="1189791" y="-1767331"/>
                    <a:chExt cx="904284" cy="865933"/>
                  </a:xfrm>
                </p:grpSpPr>
                <p:sp>
                  <p:nvSpPr>
                    <p:cNvPr id="4488" name="Google Shape;4488;p11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9" name="Google Shape;4489;p110"/>
                    <p:cNvGrpSpPr/>
                    <p:nvPr/>
                  </p:nvGrpSpPr>
                  <p:grpSpPr>
                    <a:xfrm>
                      <a:off x="1232795" y="-1740829"/>
                      <a:ext cx="717621" cy="717392"/>
                      <a:chOff x="1483457" y="3953671"/>
                      <a:chExt cx="717621" cy="717392"/>
                    </a:xfrm>
                  </p:grpSpPr>
                  <p:sp>
                    <p:nvSpPr>
                      <p:cNvPr id="4490" name="Google Shape;4490;p11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1" name="Google Shape;4491;p11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1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1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1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95" name="Google Shape;4495;p11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6" name="Google Shape;4496;p110"/>
                <p:cNvGrpSpPr/>
                <p:nvPr/>
              </p:nvGrpSpPr>
              <p:grpSpPr>
                <a:xfrm rot="-5400000">
                  <a:off x="-461873" y="3769393"/>
                  <a:ext cx="1351491" cy="1047516"/>
                  <a:chOff x="-2460210" y="2758493"/>
                  <a:chExt cx="1351491" cy="1047516"/>
                </a:xfrm>
              </p:grpSpPr>
              <p:sp>
                <p:nvSpPr>
                  <p:cNvPr id="4497" name="Google Shape;4497;p110"/>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8" name="Google Shape;4498;p110"/>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9" name="Google Shape;4499;p110"/>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0" name="Google Shape;4500;p110"/>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1" name="Google Shape;4501;p110"/>
                <p:cNvGrpSpPr/>
                <p:nvPr/>
              </p:nvGrpSpPr>
              <p:grpSpPr>
                <a:xfrm>
                  <a:off x="438999" y="4567398"/>
                  <a:ext cx="699940" cy="478601"/>
                  <a:chOff x="39722" y="4349021"/>
                  <a:chExt cx="1061964" cy="726143"/>
                </a:xfrm>
              </p:grpSpPr>
              <p:grpSp>
                <p:nvGrpSpPr>
                  <p:cNvPr id="4502" name="Google Shape;4502;p110"/>
                  <p:cNvGrpSpPr/>
                  <p:nvPr/>
                </p:nvGrpSpPr>
                <p:grpSpPr>
                  <a:xfrm rot="2700000">
                    <a:off x="140502" y="4460924"/>
                    <a:ext cx="524584" cy="502337"/>
                    <a:chOff x="1189791" y="-1767331"/>
                    <a:chExt cx="904284" cy="865933"/>
                  </a:xfrm>
                </p:grpSpPr>
                <p:sp>
                  <p:nvSpPr>
                    <p:cNvPr id="4503" name="Google Shape;4503;p11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4" name="Google Shape;4504;p110"/>
                    <p:cNvGrpSpPr/>
                    <p:nvPr/>
                  </p:nvGrpSpPr>
                  <p:grpSpPr>
                    <a:xfrm>
                      <a:off x="1232795" y="-1740829"/>
                      <a:ext cx="717621" cy="717392"/>
                      <a:chOff x="1483457" y="3953671"/>
                      <a:chExt cx="717621" cy="717392"/>
                    </a:xfrm>
                  </p:grpSpPr>
                  <p:sp>
                    <p:nvSpPr>
                      <p:cNvPr id="4505" name="Google Shape;4505;p11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11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11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11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9" name="Google Shape;4509;p11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10" name="Google Shape;4510;p11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1" name="Google Shape;4511;p110"/>
                <p:cNvGrpSpPr/>
                <p:nvPr/>
              </p:nvGrpSpPr>
              <p:grpSpPr>
                <a:xfrm>
                  <a:off x="-65076" y="4623886"/>
                  <a:ext cx="699940" cy="478601"/>
                  <a:chOff x="39722" y="4349021"/>
                  <a:chExt cx="1061964" cy="726143"/>
                </a:xfrm>
              </p:grpSpPr>
              <p:grpSp>
                <p:nvGrpSpPr>
                  <p:cNvPr id="4512" name="Google Shape;4512;p110"/>
                  <p:cNvGrpSpPr/>
                  <p:nvPr/>
                </p:nvGrpSpPr>
                <p:grpSpPr>
                  <a:xfrm rot="2700000">
                    <a:off x="140502" y="4460924"/>
                    <a:ext cx="524584" cy="502337"/>
                    <a:chOff x="1189791" y="-1767331"/>
                    <a:chExt cx="904284" cy="865933"/>
                  </a:xfrm>
                </p:grpSpPr>
                <p:sp>
                  <p:nvSpPr>
                    <p:cNvPr id="4513" name="Google Shape;4513;p110"/>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4" name="Google Shape;4514;p110"/>
                    <p:cNvGrpSpPr/>
                    <p:nvPr/>
                  </p:nvGrpSpPr>
                  <p:grpSpPr>
                    <a:xfrm>
                      <a:off x="1232795" y="-1740829"/>
                      <a:ext cx="717621" cy="717392"/>
                      <a:chOff x="1483457" y="3953671"/>
                      <a:chExt cx="717621" cy="717392"/>
                    </a:xfrm>
                  </p:grpSpPr>
                  <p:sp>
                    <p:nvSpPr>
                      <p:cNvPr id="4515" name="Google Shape;4515;p11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11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7" name="Google Shape;4517;p11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8" name="Google Shape;4518;p11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11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20" name="Google Shape;4520;p110"/>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21" name="Google Shape;4521;p110"/>
            <p:cNvGrpSpPr/>
            <p:nvPr/>
          </p:nvGrpSpPr>
          <p:grpSpPr>
            <a:xfrm rot="5400000">
              <a:off x="1147388" y="4839000"/>
              <a:ext cx="439200" cy="439100"/>
              <a:chOff x="1101075" y="2142375"/>
              <a:chExt cx="439200" cy="439100"/>
            </a:xfrm>
          </p:grpSpPr>
          <p:sp>
            <p:nvSpPr>
              <p:cNvPr id="4522" name="Google Shape;4522;p11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1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24" name="Google Shape;4524;p110"/>
          <p:cNvGrpSpPr/>
          <p:nvPr/>
        </p:nvGrpSpPr>
        <p:grpSpPr>
          <a:xfrm>
            <a:off x="-2352525" y="-402069"/>
            <a:ext cx="5307515" cy="2438355"/>
            <a:chOff x="-2276325" y="-249669"/>
            <a:chExt cx="5307515" cy="2438355"/>
          </a:xfrm>
        </p:grpSpPr>
        <p:grpSp>
          <p:nvGrpSpPr>
            <p:cNvPr id="4525" name="Google Shape;4525;p110"/>
            <p:cNvGrpSpPr/>
            <p:nvPr/>
          </p:nvGrpSpPr>
          <p:grpSpPr>
            <a:xfrm rot="10800000">
              <a:off x="-1297788" y="-249669"/>
              <a:ext cx="2601921" cy="2438355"/>
              <a:chOff x="7340128" y="2866613"/>
              <a:chExt cx="2439225" cy="2438355"/>
            </a:xfrm>
          </p:grpSpPr>
          <p:sp>
            <p:nvSpPr>
              <p:cNvPr id="4526" name="Google Shape;4526;p110"/>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10"/>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28" name="Google Shape;4528;p110"/>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9" name="Google Shape;4529;p110"/>
            <p:cNvGrpSpPr/>
            <p:nvPr/>
          </p:nvGrpSpPr>
          <p:grpSpPr>
            <a:xfrm>
              <a:off x="-2276325" y="245976"/>
              <a:ext cx="4558967" cy="134100"/>
              <a:chOff x="796100" y="3019701"/>
              <a:chExt cx="4558967" cy="134100"/>
            </a:xfrm>
          </p:grpSpPr>
          <p:sp>
            <p:nvSpPr>
              <p:cNvPr id="4530" name="Google Shape;4530;p11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1" name="Google Shape;4531;p11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532" name="Google Shape;4532;p11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3" name="Google Shape;4533;p110"/>
          <p:cNvGrpSpPr/>
          <p:nvPr/>
        </p:nvGrpSpPr>
        <p:grpSpPr>
          <a:xfrm>
            <a:off x="6795100" y="3095213"/>
            <a:ext cx="4558967" cy="2438355"/>
            <a:chOff x="6490300" y="2866613"/>
            <a:chExt cx="4558967" cy="2438355"/>
          </a:xfrm>
        </p:grpSpPr>
        <p:grpSp>
          <p:nvGrpSpPr>
            <p:cNvPr id="4534" name="Google Shape;4534;p110"/>
            <p:cNvGrpSpPr/>
            <p:nvPr/>
          </p:nvGrpSpPr>
          <p:grpSpPr>
            <a:xfrm>
              <a:off x="7340128" y="2866613"/>
              <a:ext cx="2439225" cy="2438355"/>
              <a:chOff x="7340128" y="2866613"/>
              <a:chExt cx="2439225" cy="2438355"/>
            </a:xfrm>
          </p:grpSpPr>
          <p:sp>
            <p:nvSpPr>
              <p:cNvPr id="4535" name="Google Shape;4535;p110"/>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110"/>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7" name="Google Shape;4537;p110"/>
            <p:cNvGrpSpPr/>
            <p:nvPr/>
          </p:nvGrpSpPr>
          <p:grpSpPr>
            <a:xfrm rot="10800000">
              <a:off x="6490300" y="4774026"/>
              <a:ext cx="4558967" cy="134100"/>
              <a:chOff x="796100" y="3019701"/>
              <a:chExt cx="4558967" cy="134100"/>
            </a:xfrm>
          </p:grpSpPr>
          <p:sp>
            <p:nvSpPr>
              <p:cNvPr id="4538" name="Google Shape;4538;p11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39" name="Google Shape;4539;p11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540" name="Google Shape;4540;p11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41" name="Shape 4541"/>
        <p:cNvGrpSpPr/>
        <p:nvPr/>
      </p:nvGrpSpPr>
      <p:grpSpPr>
        <a:xfrm>
          <a:off x="0" y="0"/>
          <a:ext cx="0" cy="0"/>
          <a:chOff x="0" y="0"/>
          <a:chExt cx="0" cy="0"/>
        </a:xfrm>
      </p:grpSpPr>
      <p:grpSp>
        <p:nvGrpSpPr>
          <p:cNvPr id="4542" name="Google Shape;4542;p111"/>
          <p:cNvGrpSpPr/>
          <p:nvPr/>
        </p:nvGrpSpPr>
        <p:grpSpPr>
          <a:xfrm rot="-8100000">
            <a:off x="-1629951" y="-1138306"/>
            <a:ext cx="3785189" cy="3043121"/>
            <a:chOff x="7103825" y="-713112"/>
            <a:chExt cx="3785226" cy="3043150"/>
          </a:xfrm>
        </p:grpSpPr>
        <p:sp>
          <p:nvSpPr>
            <p:cNvPr id="4543" name="Google Shape;4543;p111"/>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44" name="Google Shape;4544;p111"/>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4545" name="Google Shape;4545;p11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4546" name="Google Shape;4546;p111"/>
          <p:cNvGrpSpPr/>
          <p:nvPr/>
        </p:nvGrpSpPr>
        <p:grpSpPr>
          <a:xfrm>
            <a:off x="8106279" y="-844413"/>
            <a:ext cx="1791132" cy="2767833"/>
            <a:chOff x="8030079" y="-844413"/>
            <a:chExt cx="1791132" cy="2767833"/>
          </a:xfrm>
        </p:grpSpPr>
        <p:grpSp>
          <p:nvGrpSpPr>
            <p:cNvPr id="4547" name="Google Shape;4547;p111"/>
            <p:cNvGrpSpPr/>
            <p:nvPr/>
          </p:nvGrpSpPr>
          <p:grpSpPr>
            <a:xfrm rot="10800000">
              <a:off x="8566799" y="-844413"/>
              <a:ext cx="1213764" cy="2455355"/>
              <a:chOff x="-293545" y="3454371"/>
              <a:chExt cx="981772" cy="1986051"/>
            </a:xfrm>
          </p:grpSpPr>
          <p:sp>
            <p:nvSpPr>
              <p:cNvPr id="4548" name="Google Shape;4548;p111"/>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11"/>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50" name="Google Shape;4550;p111"/>
            <p:cNvGrpSpPr/>
            <p:nvPr/>
          </p:nvGrpSpPr>
          <p:grpSpPr>
            <a:xfrm rot="10800000">
              <a:off x="8123728" y="-262212"/>
              <a:ext cx="865288" cy="591661"/>
              <a:chOff x="39722" y="4349021"/>
              <a:chExt cx="1061964" cy="726143"/>
            </a:xfrm>
          </p:grpSpPr>
          <p:grpSp>
            <p:nvGrpSpPr>
              <p:cNvPr id="4551" name="Google Shape;4551;p111"/>
              <p:cNvGrpSpPr/>
              <p:nvPr/>
            </p:nvGrpSpPr>
            <p:grpSpPr>
              <a:xfrm rot="2700000">
                <a:off x="140502" y="4460924"/>
                <a:ext cx="524584" cy="502337"/>
                <a:chOff x="1189791" y="-1767331"/>
                <a:chExt cx="904284" cy="865933"/>
              </a:xfrm>
            </p:grpSpPr>
            <p:sp>
              <p:nvSpPr>
                <p:cNvPr id="4552" name="Google Shape;4552;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53" name="Google Shape;4553;p111"/>
                <p:cNvGrpSpPr/>
                <p:nvPr/>
              </p:nvGrpSpPr>
              <p:grpSpPr>
                <a:xfrm>
                  <a:off x="1232795" y="-1740829"/>
                  <a:ext cx="717621" cy="717392"/>
                  <a:chOff x="1483457" y="3953671"/>
                  <a:chExt cx="717621" cy="717392"/>
                </a:xfrm>
              </p:grpSpPr>
              <p:sp>
                <p:nvSpPr>
                  <p:cNvPr id="4554" name="Google Shape;4554;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7" name="Google Shape;4557;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8" name="Google Shape;4558;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59" name="Google Shape;4559;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0" name="Google Shape;4560;p111"/>
            <p:cNvGrpSpPr/>
            <p:nvPr/>
          </p:nvGrpSpPr>
          <p:grpSpPr>
            <a:xfrm rot="5400000">
              <a:off x="8338264" y="440474"/>
              <a:ext cx="1670849" cy="1295044"/>
              <a:chOff x="-2460210" y="2758493"/>
              <a:chExt cx="1351491" cy="1047516"/>
            </a:xfrm>
          </p:grpSpPr>
          <p:sp>
            <p:nvSpPr>
              <p:cNvPr id="4561" name="Google Shape;4561;p111"/>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111"/>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111"/>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111"/>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5" name="Google Shape;4565;p111"/>
            <p:cNvGrpSpPr/>
            <p:nvPr/>
          </p:nvGrpSpPr>
          <p:grpSpPr>
            <a:xfrm rot="10800000">
              <a:off x="8030079" y="157481"/>
              <a:ext cx="865288" cy="591661"/>
              <a:chOff x="39722" y="4349021"/>
              <a:chExt cx="1061964" cy="726143"/>
            </a:xfrm>
          </p:grpSpPr>
          <p:grpSp>
            <p:nvGrpSpPr>
              <p:cNvPr id="4566" name="Google Shape;4566;p111"/>
              <p:cNvGrpSpPr/>
              <p:nvPr/>
            </p:nvGrpSpPr>
            <p:grpSpPr>
              <a:xfrm rot="2700000">
                <a:off x="140502" y="4460924"/>
                <a:ext cx="524584" cy="502337"/>
                <a:chOff x="1189791" y="-1767331"/>
                <a:chExt cx="904284" cy="865933"/>
              </a:xfrm>
            </p:grpSpPr>
            <p:sp>
              <p:nvSpPr>
                <p:cNvPr id="4567" name="Google Shape;4567;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8" name="Google Shape;4568;p111"/>
                <p:cNvGrpSpPr/>
                <p:nvPr/>
              </p:nvGrpSpPr>
              <p:grpSpPr>
                <a:xfrm>
                  <a:off x="1232795" y="-1740829"/>
                  <a:ext cx="717621" cy="717392"/>
                  <a:chOff x="1483457" y="3953671"/>
                  <a:chExt cx="717621" cy="717392"/>
                </a:xfrm>
              </p:grpSpPr>
              <p:sp>
                <p:nvSpPr>
                  <p:cNvPr id="4569" name="Google Shape;4569;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3" name="Google Shape;4573;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74" name="Google Shape;4574;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5" name="Google Shape;4575;p111"/>
            <p:cNvGrpSpPr/>
            <p:nvPr/>
          </p:nvGrpSpPr>
          <p:grpSpPr>
            <a:xfrm rot="10800000">
              <a:off x="8653266" y="87645"/>
              <a:ext cx="865288" cy="591661"/>
              <a:chOff x="39722" y="4349021"/>
              <a:chExt cx="1061964" cy="726143"/>
            </a:xfrm>
          </p:grpSpPr>
          <p:grpSp>
            <p:nvGrpSpPr>
              <p:cNvPr id="4576" name="Google Shape;4576;p111"/>
              <p:cNvGrpSpPr/>
              <p:nvPr/>
            </p:nvGrpSpPr>
            <p:grpSpPr>
              <a:xfrm rot="2700000">
                <a:off x="140502" y="4460924"/>
                <a:ext cx="524584" cy="502337"/>
                <a:chOff x="1189791" y="-1767331"/>
                <a:chExt cx="904284" cy="865933"/>
              </a:xfrm>
            </p:grpSpPr>
            <p:sp>
              <p:nvSpPr>
                <p:cNvPr id="4577" name="Google Shape;4577;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8" name="Google Shape;4578;p111"/>
                <p:cNvGrpSpPr/>
                <p:nvPr/>
              </p:nvGrpSpPr>
              <p:grpSpPr>
                <a:xfrm>
                  <a:off x="1232795" y="-1740829"/>
                  <a:ext cx="717621" cy="717392"/>
                  <a:chOff x="1483457" y="3953671"/>
                  <a:chExt cx="717621" cy="717392"/>
                </a:xfrm>
              </p:grpSpPr>
              <p:sp>
                <p:nvSpPr>
                  <p:cNvPr id="4579" name="Google Shape;4579;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0" name="Google Shape;4580;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1" name="Google Shape;4581;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2" name="Google Shape;4582;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3" name="Google Shape;4583;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84" name="Google Shape;4584;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85" name="Google Shape;4585;p111"/>
          <p:cNvGrpSpPr/>
          <p:nvPr/>
        </p:nvGrpSpPr>
        <p:grpSpPr>
          <a:xfrm>
            <a:off x="-1499000" y="3182553"/>
            <a:ext cx="4558967" cy="3356863"/>
            <a:chOff x="-1422800" y="3106353"/>
            <a:chExt cx="4558967" cy="3356863"/>
          </a:xfrm>
        </p:grpSpPr>
        <p:grpSp>
          <p:nvGrpSpPr>
            <p:cNvPr id="4586" name="Google Shape;4586;p111"/>
            <p:cNvGrpSpPr/>
            <p:nvPr/>
          </p:nvGrpSpPr>
          <p:grpSpPr>
            <a:xfrm>
              <a:off x="-474664" y="3485331"/>
              <a:ext cx="1472068" cy="2977885"/>
              <a:chOff x="-293545" y="3454371"/>
              <a:chExt cx="981772" cy="1986051"/>
            </a:xfrm>
          </p:grpSpPr>
          <p:sp>
            <p:nvSpPr>
              <p:cNvPr id="4587" name="Google Shape;4587;p111"/>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8" name="Google Shape;4588;p111"/>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9" name="Google Shape;4589;p111"/>
            <p:cNvGrpSpPr/>
            <p:nvPr/>
          </p:nvGrpSpPr>
          <p:grpSpPr>
            <a:xfrm>
              <a:off x="485337" y="5039978"/>
              <a:ext cx="1049539" cy="717647"/>
              <a:chOff x="39722" y="4349021"/>
              <a:chExt cx="1061964" cy="726143"/>
            </a:xfrm>
          </p:grpSpPr>
          <p:grpSp>
            <p:nvGrpSpPr>
              <p:cNvPr id="4590" name="Google Shape;4590;p111"/>
              <p:cNvGrpSpPr/>
              <p:nvPr/>
            </p:nvGrpSpPr>
            <p:grpSpPr>
              <a:xfrm rot="2700000">
                <a:off x="140502" y="4460924"/>
                <a:ext cx="524584" cy="502337"/>
                <a:chOff x="1189791" y="-1767331"/>
                <a:chExt cx="904284" cy="865933"/>
              </a:xfrm>
            </p:grpSpPr>
            <p:sp>
              <p:nvSpPr>
                <p:cNvPr id="4591" name="Google Shape;4591;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2" name="Google Shape;4592;p111"/>
                <p:cNvGrpSpPr/>
                <p:nvPr/>
              </p:nvGrpSpPr>
              <p:grpSpPr>
                <a:xfrm>
                  <a:off x="1232795" y="-1740829"/>
                  <a:ext cx="717621" cy="717392"/>
                  <a:chOff x="1483457" y="3953671"/>
                  <a:chExt cx="717621" cy="717392"/>
                </a:xfrm>
              </p:grpSpPr>
              <p:sp>
                <p:nvSpPr>
                  <p:cNvPr id="4593" name="Google Shape;4593;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7" name="Google Shape;4597;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98" name="Google Shape;4598;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99" name="Google Shape;4599;p111"/>
            <p:cNvGrpSpPr/>
            <p:nvPr/>
          </p:nvGrpSpPr>
          <p:grpSpPr>
            <a:xfrm rot="5400000">
              <a:off x="-645364" y="3334243"/>
              <a:ext cx="2026426" cy="1570646"/>
              <a:chOff x="-2460210" y="2758493"/>
              <a:chExt cx="1351491" cy="1047516"/>
            </a:xfrm>
          </p:grpSpPr>
          <p:sp>
            <p:nvSpPr>
              <p:cNvPr id="4600" name="Google Shape;4600;p111"/>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11"/>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11"/>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111"/>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4" name="Google Shape;4604;p111"/>
            <p:cNvGrpSpPr/>
            <p:nvPr/>
          </p:nvGrpSpPr>
          <p:grpSpPr>
            <a:xfrm>
              <a:off x="598917" y="4530969"/>
              <a:ext cx="1049539" cy="717647"/>
              <a:chOff x="39722" y="4349021"/>
              <a:chExt cx="1061964" cy="726143"/>
            </a:xfrm>
          </p:grpSpPr>
          <p:grpSp>
            <p:nvGrpSpPr>
              <p:cNvPr id="4605" name="Google Shape;4605;p111"/>
              <p:cNvGrpSpPr/>
              <p:nvPr/>
            </p:nvGrpSpPr>
            <p:grpSpPr>
              <a:xfrm rot="2700000">
                <a:off x="140502" y="4460924"/>
                <a:ext cx="524584" cy="502337"/>
                <a:chOff x="1189791" y="-1767331"/>
                <a:chExt cx="904284" cy="865933"/>
              </a:xfrm>
            </p:grpSpPr>
            <p:sp>
              <p:nvSpPr>
                <p:cNvPr id="4606" name="Google Shape;4606;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7" name="Google Shape;4607;p111"/>
                <p:cNvGrpSpPr/>
                <p:nvPr/>
              </p:nvGrpSpPr>
              <p:grpSpPr>
                <a:xfrm>
                  <a:off x="1232795" y="-1740829"/>
                  <a:ext cx="717621" cy="717392"/>
                  <a:chOff x="1483457" y="3953671"/>
                  <a:chExt cx="717621" cy="717392"/>
                </a:xfrm>
              </p:grpSpPr>
              <p:sp>
                <p:nvSpPr>
                  <p:cNvPr id="4608" name="Google Shape;4608;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1" name="Google Shape;4611;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2" name="Google Shape;4612;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13" name="Google Shape;4613;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4" name="Google Shape;4614;p111"/>
            <p:cNvGrpSpPr/>
            <p:nvPr/>
          </p:nvGrpSpPr>
          <p:grpSpPr>
            <a:xfrm>
              <a:off x="-156893" y="4615667"/>
              <a:ext cx="1049539" cy="717647"/>
              <a:chOff x="39722" y="4349021"/>
              <a:chExt cx="1061964" cy="726143"/>
            </a:xfrm>
          </p:grpSpPr>
          <p:grpSp>
            <p:nvGrpSpPr>
              <p:cNvPr id="4615" name="Google Shape;4615;p111"/>
              <p:cNvGrpSpPr/>
              <p:nvPr/>
            </p:nvGrpSpPr>
            <p:grpSpPr>
              <a:xfrm rot="2700000">
                <a:off x="140502" y="4460924"/>
                <a:ext cx="524584" cy="502337"/>
                <a:chOff x="1189791" y="-1767331"/>
                <a:chExt cx="904284" cy="865933"/>
              </a:xfrm>
            </p:grpSpPr>
            <p:sp>
              <p:nvSpPr>
                <p:cNvPr id="4616" name="Google Shape;4616;p111"/>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17" name="Google Shape;4617;p111"/>
                <p:cNvGrpSpPr/>
                <p:nvPr/>
              </p:nvGrpSpPr>
              <p:grpSpPr>
                <a:xfrm>
                  <a:off x="1232795" y="-1740829"/>
                  <a:ext cx="717621" cy="717392"/>
                  <a:chOff x="1483457" y="3953671"/>
                  <a:chExt cx="717621" cy="717392"/>
                </a:xfrm>
              </p:grpSpPr>
              <p:sp>
                <p:nvSpPr>
                  <p:cNvPr id="4618" name="Google Shape;4618;p1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9" name="Google Shape;4619;p1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0" name="Google Shape;4620;p1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23" name="Google Shape;4623;p111"/>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4" name="Google Shape;4624;p111"/>
            <p:cNvGrpSpPr/>
            <p:nvPr/>
          </p:nvGrpSpPr>
          <p:grpSpPr>
            <a:xfrm>
              <a:off x="-1422800" y="4822751"/>
              <a:ext cx="4558967" cy="134100"/>
              <a:chOff x="796100" y="3019701"/>
              <a:chExt cx="4558967" cy="134100"/>
            </a:xfrm>
          </p:grpSpPr>
          <p:sp>
            <p:nvSpPr>
              <p:cNvPr id="4625" name="Google Shape;4625;p11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6" name="Google Shape;4626;p11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627" name="Google Shape;4627;p11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28" name="Shape 4628"/>
        <p:cNvGrpSpPr/>
        <p:nvPr/>
      </p:nvGrpSpPr>
      <p:grpSpPr>
        <a:xfrm>
          <a:off x="0" y="0"/>
          <a:ext cx="0" cy="0"/>
          <a:chOff x="0" y="0"/>
          <a:chExt cx="0" cy="0"/>
        </a:xfrm>
      </p:grpSpPr>
      <p:sp>
        <p:nvSpPr>
          <p:cNvPr id="4629" name="Google Shape;4629;p112"/>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a:spcBef>
                <a:spcPts val="0"/>
              </a:spcBef>
              <a:spcAft>
                <a:spcPts val="0"/>
              </a:spcAft>
              <a:buSzPts val="1400"/>
              <a:buAutoNum type="arabicPeriod"/>
              <a:defRPr sz="1400"/>
            </a:lvl1pPr>
            <a:lvl2pPr lvl="1">
              <a:lnSpc>
                <a:spcPct val="100000"/>
              </a:lnSpc>
              <a:spcBef>
                <a:spcPts val="0"/>
              </a:spcBef>
              <a:spcAft>
                <a:spcPts val="0"/>
              </a:spcAft>
              <a:buClr>
                <a:srgbClr val="999999"/>
              </a:buClr>
              <a:buSzPts val="800"/>
              <a:buFont typeface="Open Sans"/>
              <a:buAutoNum type="alphaLcPeriod"/>
              <a:defRPr/>
            </a:lvl2pPr>
            <a:lvl3pPr lvl="2">
              <a:lnSpc>
                <a:spcPct val="100000"/>
              </a:lnSpc>
              <a:spcBef>
                <a:spcPts val="0"/>
              </a:spcBef>
              <a:spcAft>
                <a:spcPts val="0"/>
              </a:spcAft>
              <a:buClr>
                <a:srgbClr val="999999"/>
              </a:buClr>
              <a:buSzPts val="800"/>
              <a:buFont typeface="Open Sans"/>
              <a:buAutoNum type="romanLcPeriod"/>
              <a:defRPr/>
            </a:lvl3pPr>
            <a:lvl4pPr lvl="3">
              <a:lnSpc>
                <a:spcPct val="100000"/>
              </a:lnSpc>
              <a:spcBef>
                <a:spcPts val="0"/>
              </a:spcBef>
              <a:spcAft>
                <a:spcPts val="0"/>
              </a:spcAft>
              <a:buClr>
                <a:srgbClr val="999999"/>
              </a:buClr>
              <a:buSzPts val="800"/>
              <a:buFont typeface="Open Sans"/>
              <a:buAutoNum type="arabicPeriod"/>
              <a:defRPr/>
            </a:lvl4pPr>
            <a:lvl5pPr lvl="4">
              <a:lnSpc>
                <a:spcPct val="100000"/>
              </a:lnSpc>
              <a:spcBef>
                <a:spcPts val="0"/>
              </a:spcBef>
              <a:spcAft>
                <a:spcPts val="0"/>
              </a:spcAft>
              <a:buClr>
                <a:srgbClr val="999999"/>
              </a:buClr>
              <a:buSzPts val="1200"/>
              <a:buFont typeface="Open Sans"/>
              <a:buAutoNum type="alphaLcPeriod"/>
              <a:defRPr/>
            </a:lvl5pPr>
            <a:lvl6pPr lvl="5">
              <a:lnSpc>
                <a:spcPct val="100000"/>
              </a:lnSpc>
              <a:spcBef>
                <a:spcPts val="0"/>
              </a:spcBef>
              <a:spcAft>
                <a:spcPts val="0"/>
              </a:spcAft>
              <a:buClr>
                <a:srgbClr val="999999"/>
              </a:buClr>
              <a:buSzPts val="1200"/>
              <a:buFont typeface="Open Sans"/>
              <a:buAutoNum type="romanLcPeriod"/>
              <a:defRPr/>
            </a:lvl6pPr>
            <a:lvl7pPr lvl="6">
              <a:lnSpc>
                <a:spcPct val="100000"/>
              </a:lnSpc>
              <a:spcBef>
                <a:spcPts val="0"/>
              </a:spcBef>
              <a:spcAft>
                <a:spcPts val="0"/>
              </a:spcAft>
              <a:buClr>
                <a:srgbClr val="999999"/>
              </a:buClr>
              <a:buSzPts val="700"/>
              <a:buFont typeface="Open Sans"/>
              <a:buAutoNum type="arabicPeriod"/>
              <a:defRPr/>
            </a:lvl7pPr>
            <a:lvl8pPr lvl="7">
              <a:lnSpc>
                <a:spcPct val="100000"/>
              </a:lnSpc>
              <a:spcBef>
                <a:spcPts val="0"/>
              </a:spcBef>
              <a:spcAft>
                <a:spcPts val="0"/>
              </a:spcAft>
              <a:buClr>
                <a:srgbClr val="999999"/>
              </a:buClr>
              <a:buSzPts val="700"/>
              <a:buFont typeface="Open Sans"/>
              <a:buAutoNum type="alphaLcPeriod"/>
              <a:defRPr/>
            </a:lvl8pPr>
            <a:lvl9pPr lvl="8">
              <a:lnSpc>
                <a:spcPct val="100000"/>
              </a:lnSpc>
              <a:spcBef>
                <a:spcPts val="0"/>
              </a:spcBef>
              <a:spcAft>
                <a:spcPts val="0"/>
              </a:spcAft>
              <a:buClr>
                <a:srgbClr val="999999"/>
              </a:buClr>
              <a:buSzPts val="600"/>
              <a:buFont typeface="Open Sans"/>
              <a:buAutoNum type="romanLcPeriod"/>
              <a:defRPr/>
            </a:lvl9pPr>
          </a:lstStyle>
          <a:p/>
        </p:txBody>
      </p:sp>
      <p:sp>
        <p:nvSpPr>
          <p:cNvPr id="4630" name="Google Shape;4630;p11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631" name="Google Shape;4631;p112"/>
          <p:cNvGrpSpPr/>
          <p:nvPr/>
        </p:nvGrpSpPr>
        <p:grpSpPr>
          <a:xfrm>
            <a:off x="8934675" y="3943438"/>
            <a:ext cx="439200" cy="439100"/>
            <a:chOff x="1101075" y="2142375"/>
            <a:chExt cx="439200" cy="439100"/>
          </a:xfrm>
        </p:grpSpPr>
        <p:sp>
          <p:nvSpPr>
            <p:cNvPr id="4632" name="Google Shape;4632;p1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3" name="Google Shape;4633;p1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4" name="Google Shape;4634;p112"/>
          <p:cNvGrpSpPr/>
          <p:nvPr/>
        </p:nvGrpSpPr>
        <p:grpSpPr>
          <a:xfrm>
            <a:off x="5481594" y="-3117615"/>
            <a:ext cx="5954334" cy="6142759"/>
            <a:chOff x="5329194" y="-2965215"/>
            <a:chExt cx="5954334" cy="6142759"/>
          </a:xfrm>
        </p:grpSpPr>
        <p:sp>
          <p:nvSpPr>
            <p:cNvPr id="4635" name="Google Shape;4635;p112"/>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6" name="Google Shape;4636;p112"/>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37" name="Google Shape;4637;p112"/>
            <p:cNvGrpSpPr/>
            <p:nvPr/>
          </p:nvGrpSpPr>
          <p:grpSpPr>
            <a:xfrm rot="10800000">
              <a:off x="5710125" y="185651"/>
              <a:ext cx="4558967" cy="134100"/>
              <a:chOff x="796100" y="3019701"/>
              <a:chExt cx="4558967" cy="134100"/>
            </a:xfrm>
          </p:grpSpPr>
          <p:sp>
            <p:nvSpPr>
              <p:cNvPr id="4638" name="Google Shape;4638;p112"/>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39" name="Google Shape;4639;p112"/>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640" name="Google Shape;4640;p112"/>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41" name="Google Shape;4641;p112"/>
          <p:cNvGrpSpPr/>
          <p:nvPr/>
        </p:nvGrpSpPr>
        <p:grpSpPr>
          <a:xfrm flipH="1">
            <a:off x="-503516" y="3986929"/>
            <a:ext cx="5249359" cy="2992224"/>
            <a:chOff x="-258616" y="3430829"/>
            <a:chExt cx="5249359" cy="2992224"/>
          </a:xfrm>
        </p:grpSpPr>
        <p:pic>
          <p:nvPicPr>
            <p:cNvPr id="4642" name="Google Shape;4642;p112"/>
            <p:cNvPicPr preferRelativeResize="0"/>
            <p:nvPr/>
          </p:nvPicPr>
          <p:blipFill rotWithShape="1">
            <a:blip r:embed="rId2">
              <a:alphaModFix/>
            </a:blip>
            <a:srcRect b="26177" l="16960" r="7121" t="24718"/>
            <a:stretch/>
          </p:blipFill>
          <p:spPr>
            <a:xfrm>
              <a:off x="1070243" y="3430829"/>
              <a:ext cx="3920501" cy="2992224"/>
            </a:xfrm>
            <a:prstGeom prst="rect">
              <a:avLst/>
            </a:prstGeom>
            <a:noFill/>
            <a:ln>
              <a:noFill/>
            </a:ln>
          </p:spPr>
        </p:pic>
        <p:sp>
          <p:nvSpPr>
            <p:cNvPr id="4643" name="Google Shape;4643;p112"/>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4" name="Google Shape;4644;p112"/>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12"/>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6" name="Google Shape;4646;p112"/>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7" name="Google Shape;4647;p112"/>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48" name="Google Shape;4648;p112"/>
            <p:cNvGrpSpPr/>
            <p:nvPr/>
          </p:nvGrpSpPr>
          <p:grpSpPr>
            <a:xfrm>
              <a:off x="736485" y="4387072"/>
              <a:ext cx="161977" cy="161940"/>
              <a:chOff x="1101075" y="2142375"/>
              <a:chExt cx="439200" cy="439100"/>
            </a:xfrm>
          </p:grpSpPr>
          <p:sp>
            <p:nvSpPr>
              <p:cNvPr id="4649" name="Google Shape;4649;p1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0" name="Google Shape;4650;p1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1" name="Google Shape;4651;p112"/>
            <p:cNvGrpSpPr/>
            <p:nvPr/>
          </p:nvGrpSpPr>
          <p:grpSpPr>
            <a:xfrm rot="10800000">
              <a:off x="2118901" y="4805293"/>
              <a:ext cx="161977" cy="161940"/>
              <a:chOff x="1101075" y="2142375"/>
              <a:chExt cx="439200" cy="439100"/>
            </a:xfrm>
          </p:grpSpPr>
          <p:sp>
            <p:nvSpPr>
              <p:cNvPr id="4652" name="Google Shape;4652;p11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1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654" name="Shape 4654"/>
        <p:cNvGrpSpPr/>
        <p:nvPr/>
      </p:nvGrpSpPr>
      <p:grpSpPr>
        <a:xfrm>
          <a:off x="0" y="0"/>
          <a:ext cx="0" cy="0"/>
          <a:chOff x="0" y="0"/>
          <a:chExt cx="0" cy="0"/>
        </a:xfrm>
      </p:grpSpPr>
      <p:sp>
        <p:nvSpPr>
          <p:cNvPr id="4655" name="Google Shape;4655;p113"/>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656" name="Google Shape;4656;p113"/>
          <p:cNvGrpSpPr/>
          <p:nvPr/>
        </p:nvGrpSpPr>
        <p:grpSpPr>
          <a:xfrm>
            <a:off x="6475811" y="-1541623"/>
            <a:ext cx="2583360" cy="2409685"/>
            <a:chOff x="6475811" y="-1541623"/>
            <a:chExt cx="2583360" cy="2409685"/>
          </a:xfrm>
        </p:grpSpPr>
        <p:grpSp>
          <p:nvGrpSpPr>
            <p:cNvPr id="4657" name="Google Shape;4657;p113"/>
            <p:cNvGrpSpPr/>
            <p:nvPr/>
          </p:nvGrpSpPr>
          <p:grpSpPr>
            <a:xfrm rot="-5400000">
              <a:off x="5879041" y="-944853"/>
              <a:ext cx="2133442" cy="939904"/>
              <a:chOff x="-149984" y="3754784"/>
              <a:chExt cx="2133442" cy="939904"/>
            </a:xfrm>
          </p:grpSpPr>
          <p:sp>
            <p:nvSpPr>
              <p:cNvPr id="4658" name="Google Shape;4658;p113"/>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9" name="Google Shape;4659;p113"/>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60" name="Google Shape;4660;p113"/>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1" name="Google Shape;4661;p113"/>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62" name="Google Shape;4662;p113"/>
            <p:cNvGrpSpPr/>
            <p:nvPr/>
          </p:nvGrpSpPr>
          <p:grpSpPr>
            <a:xfrm>
              <a:off x="7741638" y="-258450"/>
              <a:ext cx="439200" cy="439100"/>
              <a:chOff x="1101075" y="2142375"/>
              <a:chExt cx="439200" cy="439100"/>
            </a:xfrm>
          </p:grpSpPr>
          <p:sp>
            <p:nvSpPr>
              <p:cNvPr id="4663" name="Google Shape;4663;p1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65" name="Shape 4665"/>
        <p:cNvGrpSpPr/>
        <p:nvPr/>
      </p:nvGrpSpPr>
      <p:grpSpPr>
        <a:xfrm>
          <a:off x="0" y="0"/>
          <a:ext cx="0" cy="0"/>
          <a:chOff x="0" y="0"/>
          <a:chExt cx="0" cy="0"/>
        </a:xfrm>
      </p:grpSpPr>
      <p:sp>
        <p:nvSpPr>
          <p:cNvPr id="4666" name="Google Shape;4666;p114"/>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667" name="Google Shape;4667;p114"/>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a:spcBef>
                <a:spcPts val="0"/>
              </a:spcBef>
              <a:spcAft>
                <a:spcPts val="0"/>
              </a:spcAft>
              <a:buSzPts val="800"/>
              <a:buFont typeface="Open Sans"/>
              <a:buChar char="●"/>
              <a:defRPr/>
            </a:lvl1pPr>
            <a:lvl2pPr lvl="1" algn="ctr">
              <a:lnSpc>
                <a:spcPct val="100000"/>
              </a:lnSpc>
              <a:spcBef>
                <a:spcPts val="0"/>
              </a:spcBef>
              <a:spcAft>
                <a:spcPts val="0"/>
              </a:spcAft>
              <a:buSzPts val="800"/>
              <a:buFont typeface="Open Sans"/>
              <a:buChar char="○"/>
              <a:defRPr/>
            </a:lvl2pPr>
            <a:lvl3pPr lvl="2" algn="ctr">
              <a:lnSpc>
                <a:spcPct val="100000"/>
              </a:lnSpc>
              <a:spcBef>
                <a:spcPts val="0"/>
              </a:spcBef>
              <a:spcAft>
                <a:spcPts val="0"/>
              </a:spcAft>
              <a:buSzPts val="800"/>
              <a:buFont typeface="Open Sans"/>
              <a:buChar char="■"/>
              <a:defRPr/>
            </a:lvl3pPr>
            <a:lvl4pPr lvl="3" algn="ctr">
              <a:lnSpc>
                <a:spcPct val="100000"/>
              </a:lnSpc>
              <a:spcBef>
                <a:spcPts val="0"/>
              </a:spcBef>
              <a:spcAft>
                <a:spcPts val="0"/>
              </a:spcAft>
              <a:buSzPts val="800"/>
              <a:buFont typeface="Open Sans"/>
              <a:buChar char="●"/>
              <a:defRPr/>
            </a:lvl4pPr>
            <a:lvl5pPr lvl="4" algn="ctr">
              <a:lnSpc>
                <a:spcPct val="100000"/>
              </a:lnSpc>
              <a:spcBef>
                <a:spcPts val="0"/>
              </a:spcBef>
              <a:spcAft>
                <a:spcPts val="0"/>
              </a:spcAft>
              <a:buSzPts val="1200"/>
              <a:buFont typeface="Open Sans"/>
              <a:buChar char="○"/>
              <a:defRPr/>
            </a:lvl5pPr>
            <a:lvl6pPr lvl="5" algn="ctr">
              <a:lnSpc>
                <a:spcPct val="100000"/>
              </a:lnSpc>
              <a:spcBef>
                <a:spcPts val="0"/>
              </a:spcBef>
              <a:spcAft>
                <a:spcPts val="0"/>
              </a:spcAft>
              <a:buSzPts val="1200"/>
              <a:buFont typeface="Open Sans"/>
              <a:buChar char="■"/>
              <a:defRPr/>
            </a:lvl6pPr>
            <a:lvl7pPr lvl="6" algn="ctr">
              <a:lnSpc>
                <a:spcPct val="100000"/>
              </a:lnSpc>
              <a:spcBef>
                <a:spcPts val="0"/>
              </a:spcBef>
              <a:spcAft>
                <a:spcPts val="0"/>
              </a:spcAft>
              <a:buSzPts val="700"/>
              <a:buFont typeface="Open Sans"/>
              <a:buChar char="●"/>
              <a:defRPr/>
            </a:lvl7pPr>
            <a:lvl8pPr lvl="7" algn="ctr">
              <a:lnSpc>
                <a:spcPct val="100000"/>
              </a:lnSpc>
              <a:spcBef>
                <a:spcPts val="0"/>
              </a:spcBef>
              <a:spcAft>
                <a:spcPts val="0"/>
              </a:spcAft>
              <a:buSzPts val="700"/>
              <a:buFont typeface="Open Sans"/>
              <a:buChar char="○"/>
              <a:defRPr/>
            </a:lvl8pPr>
            <a:lvl9pPr lvl="8" algn="ctr">
              <a:lnSpc>
                <a:spcPct val="100000"/>
              </a:lnSpc>
              <a:spcBef>
                <a:spcPts val="0"/>
              </a:spcBef>
              <a:spcAft>
                <a:spcPts val="0"/>
              </a:spcAft>
              <a:buSzPts val="600"/>
              <a:buFont typeface="Open Sans"/>
              <a:buChar char="■"/>
              <a:defRPr/>
            </a:lvl9pPr>
          </a:lstStyle>
          <a:p/>
        </p:txBody>
      </p:sp>
      <p:sp>
        <p:nvSpPr>
          <p:cNvPr id="4668" name="Google Shape;4668;p114"/>
          <p:cNvSpPr/>
          <p:nvPr>
            <p:ph idx="2" type="pic"/>
          </p:nvPr>
        </p:nvSpPr>
        <p:spPr>
          <a:xfrm>
            <a:off x="4135800" y="539500"/>
            <a:ext cx="4295100" cy="4069200"/>
          </a:xfrm>
          <a:prstGeom prst="snip1Rect">
            <a:avLst>
              <a:gd fmla="val 16667" name="adj"/>
            </a:avLst>
          </a:prstGeom>
          <a:noFill/>
          <a:ln>
            <a:noFill/>
          </a:ln>
        </p:spPr>
      </p:sp>
      <p:grpSp>
        <p:nvGrpSpPr>
          <p:cNvPr id="4669" name="Google Shape;4669;p114"/>
          <p:cNvGrpSpPr/>
          <p:nvPr/>
        </p:nvGrpSpPr>
        <p:grpSpPr>
          <a:xfrm>
            <a:off x="-2393465" y="-1635538"/>
            <a:ext cx="4710415" cy="5344655"/>
            <a:chOff x="-2317265" y="-1559338"/>
            <a:chExt cx="4710415" cy="5344655"/>
          </a:xfrm>
        </p:grpSpPr>
        <p:pic>
          <p:nvPicPr>
            <p:cNvPr id="4670" name="Google Shape;4670;p114"/>
            <p:cNvPicPr preferRelativeResize="0"/>
            <p:nvPr/>
          </p:nvPicPr>
          <p:blipFill rotWithShape="1">
            <a:blip r:embed="rId2">
              <a:alphaModFix/>
            </a:blip>
            <a:srcRect b="26177" l="16960" r="7121" t="24718"/>
            <a:stretch/>
          </p:blipFill>
          <p:spPr>
            <a:xfrm>
              <a:off x="-2317265" y="-1559338"/>
              <a:ext cx="3920501" cy="2992224"/>
            </a:xfrm>
            <a:prstGeom prst="rect">
              <a:avLst/>
            </a:prstGeom>
            <a:noFill/>
            <a:ln>
              <a:noFill/>
            </a:ln>
          </p:spPr>
        </p:pic>
        <p:grpSp>
          <p:nvGrpSpPr>
            <p:cNvPr id="4671" name="Google Shape;4671;p114"/>
            <p:cNvGrpSpPr/>
            <p:nvPr/>
          </p:nvGrpSpPr>
          <p:grpSpPr>
            <a:xfrm>
              <a:off x="-1322674" y="-1333888"/>
              <a:ext cx="3153315" cy="5119205"/>
              <a:chOff x="6643701" y="816087"/>
              <a:chExt cx="3153315" cy="5119205"/>
            </a:xfrm>
          </p:grpSpPr>
          <p:sp>
            <p:nvSpPr>
              <p:cNvPr id="4672" name="Google Shape;4672;p114"/>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73" name="Google Shape;4673;p114"/>
              <p:cNvGrpSpPr/>
              <p:nvPr/>
            </p:nvGrpSpPr>
            <p:grpSpPr>
              <a:xfrm>
                <a:off x="8671986" y="2443197"/>
                <a:ext cx="134004" cy="134004"/>
                <a:chOff x="8356813" y="1074288"/>
                <a:chExt cx="351900" cy="351900"/>
              </a:xfrm>
            </p:grpSpPr>
            <p:sp>
              <p:nvSpPr>
                <p:cNvPr id="4674" name="Google Shape;4674;p11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1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6" name="Google Shape;4676;p114"/>
              <p:cNvGrpSpPr/>
              <p:nvPr/>
            </p:nvGrpSpPr>
            <p:grpSpPr>
              <a:xfrm>
                <a:off x="7678536" y="3129397"/>
                <a:ext cx="134004" cy="134004"/>
                <a:chOff x="8356813" y="1074288"/>
                <a:chExt cx="351900" cy="351900"/>
              </a:xfrm>
            </p:grpSpPr>
            <p:sp>
              <p:nvSpPr>
                <p:cNvPr id="4677" name="Google Shape;4677;p11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8" name="Google Shape;4678;p11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79" name="Google Shape;4679;p114"/>
              <p:cNvGrpSpPr/>
              <p:nvPr/>
            </p:nvGrpSpPr>
            <p:grpSpPr>
              <a:xfrm>
                <a:off x="8062611" y="3503222"/>
                <a:ext cx="134004" cy="134004"/>
                <a:chOff x="8356813" y="1074288"/>
                <a:chExt cx="351900" cy="351900"/>
              </a:xfrm>
            </p:grpSpPr>
            <p:sp>
              <p:nvSpPr>
                <p:cNvPr id="4680" name="Google Shape;4680;p11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1" name="Google Shape;4681;p11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82" name="Google Shape;4682;p114"/>
            <p:cNvGrpSpPr/>
            <p:nvPr/>
          </p:nvGrpSpPr>
          <p:grpSpPr>
            <a:xfrm>
              <a:off x="121568" y="-846844"/>
              <a:ext cx="88151" cy="2151709"/>
              <a:chOff x="3054755" y="4367024"/>
              <a:chExt cx="88142" cy="1137387"/>
            </a:xfrm>
          </p:grpSpPr>
          <p:sp>
            <p:nvSpPr>
              <p:cNvPr id="4683" name="Google Shape;4683;p114"/>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14"/>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85" name="Google Shape;4685;p114"/>
            <p:cNvGrpSpPr/>
            <p:nvPr/>
          </p:nvGrpSpPr>
          <p:grpSpPr>
            <a:xfrm>
              <a:off x="361243" y="-718832"/>
              <a:ext cx="88151" cy="2151709"/>
              <a:chOff x="3054755" y="4367024"/>
              <a:chExt cx="88142" cy="1137387"/>
            </a:xfrm>
          </p:grpSpPr>
          <p:sp>
            <p:nvSpPr>
              <p:cNvPr id="4686" name="Google Shape;4686;p114"/>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7" name="Google Shape;4687;p114"/>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88" name="Google Shape;4688;p114"/>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9" name="Google Shape;4689;p114"/>
            <p:cNvGrpSpPr/>
            <p:nvPr/>
          </p:nvGrpSpPr>
          <p:grpSpPr>
            <a:xfrm>
              <a:off x="-175967" y="337269"/>
              <a:ext cx="480890" cy="481200"/>
              <a:chOff x="959750" y="3039275"/>
              <a:chExt cx="582050" cy="582425"/>
            </a:xfrm>
          </p:grpSpPr>
          <p:sp>
            <p:nvSpPr>
              <p:cNvPr id="4690" name="Google Shape;4690;p11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1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1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1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4" name="Google Shape;4694;p11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5" name="Google Shape;4695;p11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6" name="Google Shape;4696;p11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97" name="Google Shape;4697;p114"/>
          <p:cNvGrpSpPr/>
          <p:nvPr/>
        </p:nvGrpSpPr>
        <p:grpSpPr>
          <a:xfrm>
            <a:off x="6719910" y="2898312"/>
            <a:ext cx="3920501" cy="3213899"/>
            <a:chOff x="6643710" y="2822113"/>
            <a:chExt cx="3920501" cy="3213899"/>
          </a:xfrm>
        </p:grpSpPr>
        <p:sp>
          <p:nvSpPr>
            <p:cNvPr id="4698" name="Google Shape;4698;p114"/>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99" name="Google Shape;4699;p114"/>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grpSp>
          <p:nvGrpSpPr>
            <p:cNvPr id="4700" name="Google Shape;4700;p114"/>
            <p:cNvGrpSpPr/>
            <p:nvPr/>
          </p:nvGrpSpPr>
          <p:grpSpPr>
            <a:xfrm>
              <a:off x="8671987" y="3471620"/>
              <a:ext cx="699928" cy="1651024"/>
              <a:chOff x="8337812" y="3492483"/>
              <a:chExt cx="699928" cy="1651024"/>
            </a:xfrm>
          </p:grpSpPr>
          <p:sp>
            <p:nvSpPr>
              <p:cNvPr id="4701" name="Google Shape;4701;p11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2" name="Google Shape;4702;p11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3" name="Google Shape;4703;p11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4" name="Google Shape;4704;p114"/>
            <p:cNvGrpSpPr/>
            <p:nvPr/>
          </p:nvGrpSpPr>
          <p:grpSpPr>
            <a:xfrm>
              <a:off x="8279400" y="4281138"/>
              <a:ext cx="904666" cy="726121"/>
              <a:chOff x="7945225" y="4302000"/>
              <a:chExt cx="904666" cy="726121"/>
            </a:xfrm>
          </p:grpSpPr>
          <p:sp>
            <p:nvSpPr>
              <p:cNvPr id="4705" name="Google Shape;4705;p11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6" name="Google Shape;4706;p11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1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8" name="Google Shape;4708;p114"/>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9" name="Google Shape;4709;p114"/>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0" name="Google Shape;4710;p114"/>
          <p:cNvGrpSpPr/>
          <p:nvPr/>
        </p:nvGrpSpPr>
        <p:grpSpPr>
          <a:xfrm>
            <a:off x="-1953175" y="4816451"/>
            <a:ext cx="4558967" cy="134100"/>
            <a:chOff x="796100" y="3019701"/>
            <a:chExt cx="4558967" cy="134100"/>
          </a:xfrm>
        </p:grpSpPr>
        <p:sp>
          <p:nvSpPr>
            <p:cNvPr id="4711" name="Google Shape;4711;p11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12" name="Google Shape;4712;p11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713" name="Google Shape;4713;p11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14" name="Shape 4714"/>
        <p:cNvGrpSpPr/>
        <p:nvPr/>
      </p:nvGrpSpPr>
      <p:grpSpPr>
        <a:xfrm>
          <a:off x="0" y="0"/>
          <a:ext cx="0" cy="0"/>
          <a:chOff x="0" y="0"/>
          <a:chExt cx="0" cy="0"/>
        </a:xfrm>
      </p:grpSpPr>
      <p:sp>
        <p:nvSpPr>
          <p:cNvPr id="4715" name="Google Shape;4715;p115"/>
          <p:cNvSpPr/>
          <p:nvPr>
            <p:ph idx="2" type="pic"/>
          </p:nvPr>
        </p:nvSpPr>
        <p:spPr>
          <a:xfrm>
            <a:off x="0" y="0"/>
            <a:ext cx="9144000" cy="5143500"/>
          </a:xfrm>
          <a:prstGeom prst="rect">
            <a:avLst/>
          </a:prstGeom>
          <a:noFill/>
          <a:ln>
            <a:noFill/>
          </a:ln>
        </p:spPr>
      </p:sp>
      <p:sp>
        <p:nvSpPr>
          <p:cNvPr id="4716" name="Google Shape;4716;p115"/>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algn="ctr">
              <a:spcBef>
                <a:spcPts val="0"/>
              </a:spcBef>
              <a:spcAft>
                <a:spcPts val="0"/>
              </a:spcAft>
              <a:buSzPts val="3000"/>
              <a:buNone/>
              <a:defRPr sz="25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17" name="Shape 4717"/>
        <p:cNvGrpSpPr/>
        <p:nvPr/>
      </p:nvGrpSpPr>
      <p:grpSpPr>
        <a:xfrm>
          <a:off x="0" y="0"/>
          <a:ext cx="0" cy="0"/>
          <a:chOff x="0" y="0"/>
          <a:chExt cx="0" cy="0"/>
        </a:xfrm>
      </p:grpSpPr>
      <p:sp>
        <p:nvSpPr>
          <p:cNvPr id="4718" name="Google Shape;4718;p116"/>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719" name="Google Shape;4719;p116"/>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4720" name="Google Shape;4720;p116"/>
          <p:cNvGrpSpPr/>
          <p:nvPr/>
        </p:nvGrpSpPr>
        <p:grpSpPr>
          <a:xfrm>
            <a:off x="-889904" y="4083136"/>
            <a:ext cx="4477057" cy="2336436"/>
            <a:chOff x="-889904" y="4006936"/>
            <a:chExt cx="4477057" cy="2336436"/>
          </a:xfrm>
        </p:grpSpPr>
        <p:grpSp>
          <p:nvGrpSpPr>
            <p:cNvPr id="4721" name="Google Shape;4721;p116"/>
            <p:cNvGrpSpPr/>
            <p:nvPr/>
          </p:nvGrpSpPr>
          <p:grpSpPr>
            <a:xfrm>
              <a:off x="-889904" y="4006936"/>
              <a:ext cx="4477057" cy="2336436"/>
              <a:chOff x="-900729" y="3974486"/>
              <a:chExt cx="4477057" cy="2336436"/>
            </a:xfrm>
          </p:grpSpPr>
          <p:sp>
            <p:nvSpPr>
              <p:cNvPr id="4722" name="Google Shape;4722;p116"/>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3" name="Google Shape;4723;p116"/>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4" name="Google Shape;4724;p116"/>
              <p:cNvGrpSpPr/>
              <p:nvPr/>
            </p:nvGrpSpPr>
            <p:grpSpPr>
              <a:xfrm>
                <a:off x="63440" y="4608566"/>
                <a:ext cx="496803" cy="497084"/>
                <a:chOff x="3678700" y="407275"/>
                <a:chExt cx="708100" cy="708500"/>
              </a:xfrm>
            </p:grpSpPr>
            <p:sp>
              <p:nvSpPr>
                <p:cNvPr id="4725" name="Google Shape;4725;p1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6" name="Google Shape;4726;p1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7" name="Google Shape;4727;p1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1" name="Google Shape;4731;p1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2" name="Google Shape;4732;p116"/>
              <p:cNvGrpSpPr/>
              <p:nvPr/>
            </p:nvGrpSpPr>
            <p:grpSpPr>
              <a:xfrm>
                <a:off x="464815" y="4608566"/>
                <a:ext cx="496803" cy="497084"/>
                <a:chOff x="3678700" y="407275"/>
                <a:chExt cx="708100" cy="708500"/>
              </a:xfrm>
            </p:grpSpPr>
            <p:sp>
              <p:nvSpPr>
                <p:cNvPr id="4733" name="Google Shape;4733;p1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5" name="Google Shape;4735;p1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6" name="Google Shape;4736;p1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7" name="Google Shape;4737;p1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8" name="Google Shape;4738;p1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40" name="Google Shape;4740;p116"/>
            <p:cNvGrpSpPr/>
            <p:nvPr/>
          </p:nvGrpSpPr>
          <p:grpSpPr>
            <a:xfrm rot="5400000">
              <a:off x="1017275" y="4934200"/>
              <a:ext cx="439200" cy="439100"/>
              <a:chOff x="1101075" y="2142375"/>
              <a:chExt cx="439200" cy="439100"/>
            </a:xfrm>
          </p:grpSpPr>
          <p:sp>
            <p:nvSpPr>
              <p:cNvPr id="4741" name="Google Shape;4741;p1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2" name="Google Shape;4742;p1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43" name="Google Shape;4743;p116"/>
          <p:cNvGrpSpPr/>
          <p:nvPr/>
        </p:nvGrpSpPr>
        <p:grpSpPr>
          <a:xfrm>
            <a:off x="-2613417" y="-2882410"/>
            <a:ext cx="8164418" cy="6343459"/>
            <a:chOff x="-2613417" y="-2806210"/>
            <a:chExt cx="8164418" cy="6343459"/>
          </a:xfrm>
        </p:grpSpPr>
        <p:grpSp>
          <p:nvGrpSpPr>
            <p:cNvPr id="4744" name="Google Shape;4744;p116"/>
            <p:cNvGrpSpPr/>
            <p:nvPr/>
          </p:nvGrpSpPr>
          <p:grpSpPr>
            <a:xfrm>
              <a:off x="-191059" y="95963"/>
              <a:ext cx="1538562" cy="971589"/>
              <a:chOff x="-191059" y="95963"/>
              <a:chExt cx="1538562" cy="971589"/>
            </a:xfrm>
          </p:grpSpPr>
          <p:grpSp>
            <p:nvGrpSpPr>
              <p:cNvPr id="4745" name="Google Shape;4745;p116"/>
              <p:cNvGrpSpPr/>
              <p:nvPr/>
            </p:nvGrpSpPr>
            <p:grpSpPr>
              <a:xfrm>
                <a:off x="-191059" y="201619"/>
                <a:ext cx="904284" cy="865933"/>
                <a:chOff x="2038491" y="-937756"/>
                <a:chExt cx="904284" cy="865933"/>
              </a:xfrm>
            </p:grpSpPr>
            <p:grpSp>
              <p:nvGrpSpPr>
                <p:cNvPr id="4746" name="Google Shape;4746;p116"/>
                <p:cNvGrpSpPr/>
                <p:nvPr/>
              </p:nvGrpSpPr>
              <p:grpSpPr>
                <a:xfrm>
                  <a:off x="2096570" y="-863491"/>
                  <a:ext cx="717621" cy="717392"/>
                  <a:chOff x="1483457" y="3953671"/>
                  <a:chExt cx="717621" cy="717392"/>
                </a:xfrm>
              </p:grpSpPr>
              <p:sp>
                <p:nvSpPr>
                  <p:cNvPr id="4747" name="Google Shape;4747;p11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8" name="Google Shape;4748;p11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9" name="Google Shape;4749;p11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0" name="Google Shape;4750;p11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1" name="Google Shape;4751;p11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52" name="Google Shape;4752;p116"/>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3" name="Google Shape;4753;p116"/>
              <p:cNvGrpSpPr/>
              <p:nvPr/>
            </p:nvGrpSpPr>
            <p:grpSpPr>
              <a:xfrm>
                <a:off x="584533" y="95963"/>
                <a:ext cx="473483" cy="453403"/>
                <a:chOff x="2038491" y="-937756"/>
                <a:chExt cx="904284" cy="865933"/>
              </a:xfrm>
            </p:grpSpPr>
            <p:grpSp>
              <p:nvGrpSpPr>
                <p:cNvPr id="4754" name="Google Shape;4754;p116"/>
                <p:cNvGrpSpPr/>
                <p:nvPr/>
              </p:nvGrpSpPr>
              <p:grpSpPr>
                <a:xfrm>
                  <a:off x="2096570" y="-863491"/>
                  <a:ext cx="717621" cy="717392"/>
                  <a:chOff x="1483457" y="3953671"/>
                  <a:chExt cx="717621" cy="717392"/>
                </a:xfrm>
              </p:grpSpPr>
              <p:sp>
                <p:nvSpPr>
                  <p:cNvPr id="4755" name="Google Shape;4755;p11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1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1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8" name="Google Shape;4758;p11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9" name="Google Shape;4759;p11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0" name="Google Shape;4760;p116"/>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1" name="Google Shape;4761;p116"/>
              <p:cNvGrpSpPr/>
              <p:nvPr/>
            </p:nvGrpSpPr>
            <p:grpSpPr>
              <a:xfrm>
                <a:off x="530445" y="481913"/>
                <a:ext cx="473483" cy="453403"/>
                <a:chOff x="2038491" y="-937756"/>
                <a:chExt cx="904284" cy="865933"/>
              </a:xfrm>
            </p:grpSpPr>
            <p:grpSp>
              <p:nvGrpSpPr>
                <p:cNvPr id="4762" name="Google Shape;4762;p116"/>
                <p:cNvGrpSpPr/>
                <p:nvPr/>
              </p:nvGrpSpPr>
              <p:grpSpPr>
                <a:xfrm>
                  <a:off x="2096570" y="-863491"/>
                  <a:ext cx="717621" cy="717392"/>
                  <a:chOff x="1483457" y="3953671"/>
                  <a:chExt cx="717621" cy="717392"/>
                </a:xfrm>
              </p:grpSpPr>
              <p:sp>
                <p:nvSpPr>
                  <p:cNvPr id="4763" name="Google Shape;4763;p11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4" name="Google Shape;4764;p11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5" name="Google Shape;4765;p11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6" name="Google Shape;4766;p11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7" name="Google Shape;4767;p11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8" name="Google Shape;4768;p116"/>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69" name="Google Shape;4769;p116"/>
              <p:cNvGrpSpPr/>
              <p:nvPr/>
            </p:nvGrpSpPr>
            <p:grpSpPr>
              <a:xfrm>
                <a:off x="874020" y="312788"/>
                <a:ext cx="473483" cy="453403"/>
                <a:chOff x="2038491" y="-937756"/>
                <a:chExt cx="904284" cy="865933"/>
              </a:xfrm>
            </p:grpSpPr>
            <p:grpSp>
              <p:nvGrpSpPr>
                <p:cNvPr id="4770" name="Google Shape;4770;p116"/>
                <p:cNvGrpSpPr/>
                <p:nvPr/>
              </p:nvGrpSpPr>
              <p:grpSpPr>
                <a:xfrm>
                  <a:off x="2096570" y="-863491"/>
                  <a:ext cx="717621" cy="717392"/>
                  <a:chOff x="1483457" y="3953671"/>
                  <a:chExt cx="717621" cy="717392"/>
                </a:xfrm>
              </p:grpSpPr>
              <p:sp>
                <p:nvSpPr>
                  <p:cNvPr id="4771" name="Google Shape;4771;p11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2" name="Google Shape;4772;p11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3" name="Google Shape;4773;p11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4" name="Google Shape;4774;p11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5" name="Google Shape;4775;p11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76" name="Google Shape;4776;p116"/>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77" name="Google Shape;4777;p116"/>
            <p:cNvGrpSpPr/>
            <p:nvPr/>
          </p:nvGrpSpPr>
          <p:grpSpPr>
            <a:xfrm rot="-7479050">
              <a:off x="-2051246" y="-1642948"/>
              <a:ext cx="4889863" cy="3931229"/>
              <a:chOff x="7103825" y="-713112"/>
              <a:chExt cx="3785226" cy="3043150"/>
            </a:xfrm>
          </p:grpSpPr>
          <p:sp>
            <p:nvSpPr>
              <p:cNvPr id="4778" name="Google Shape;4778;p11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9" name="Google Shape;4779;p116"/>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4780" name="Google Shape;4780;p116"/>
            <p:cNvGrpSpPr/>
            <p:nvPr/>
          </p:nvGrpSpPr>
          <p:grpSpPr>
            <a:xfrm>
              <a:off x="-640220" y="-2653973"/>
              <a:ext cx="6191222" cy="6191222"/>
              <a:chOff x="-640220" y="-2502423"/>
              <a:chExt cx="6191222" cy="6191222"/>
            </a:xfrm>
          </p:grpSpPr>
          <p:sp>
            <p:nvSpPr>
              <p:cNvPr id="4781" name="Google Shape;4781;p116"/>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16"/>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783" name="Shape 4783"/>
        <p:cNvGrpSpPr/>
        <p:nvPr/>
      </p:nvGrpSpPr>
      <p:grpSpPr>
        <a:xfrm>
          <a:off x="0" y="0"/>
          <a:ext cx="0" cy="0"/>
          <a:chOff x="0" y="0"/>
          <a:chExt cx="0" cy="0"/>
        </a:xfrm>
      </p:grpSpPr>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784" name="Shape 4784"/>
        <p:cNvGrpSpPr/>
        <p:nvPr/>
      </p:nvGrpSpPr>
      <p:grpSpPr>
        <a:xfrm>
          <a:off x="0" y="0"/>
          <a:ext cx="0" cy="0"/>
          <a:chOff x="0" y="0"/>
          <a:chExt cx="0" cy="0"/>
        </a:xfrm>
      </p:grpSpPr>
      <p:sp>
        <p:nvSpPr>
          <p:cNvPr id="4785" name="Google Shape;4785;p1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4786" name="Google Shape;4786;p118"/>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87" name="Google Shape;4787;p118"/>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88" name="Google Shape;4788;p118"/>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89" name="Google Shape;4789;p118"/>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90" name="Google Shape;4790;p118"/>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4791" name="Google Shape;4791;p118"/>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4792" name="Google Shape;4792;p118"/>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4793" name="Google Shape;4793;p118"/>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a:lnSpc>
                <a:spcPct val="115000"/>
              </a:lnSpc>
              <a:spcBef>
                <a:spcPts val="0"/>
              </a:spcBef>
              <a:spcAft>
                <a:spcPts val="0"/>
              </a:spcAft>
              <a:buSzPts val="3000"/>
              <a:buNone/>
              <a:defRPr>
                <a:latin typeface="Poppins"/>
                <a:ea typeface="Poppins"/>
                <a:cs typeface="Poppins"/>
                <a:sym typeface="Poppins"/>
              </a:defRPr>
            </a:lvl1pPr>
            <a:lvl2pPr lvl="1">
              <a:spcBef>
                <a:spcPts val="0"/>
              </a:spcBef>
              <a:spcAft>
                <a:spcPts val="0"/>
              </a:spcAft>
              <a:buSzPts val="3000"/>
              <a:buFont typeface="IBM Plex Mono"/>
              <a:buNone/>
              <a:defRPr sz="3000">
                <a:latin typeface="IBM Plex Mono"/>
                <a:ea typeface="IBM Plex Mono"/>
                <a:cs typeface="IBM Plex Mono"/>
                <a:sym typeface="IBM Plex Mono"/>
              </a:defRPr>
            </a:lvl2pPr>
            <a:lvl3pPr lvl="2">
              <a:spcBef>
                <a:spcPts val="0"/>
              </a:spcBef>
              <a:spcAft>
                <a:spcPts val="0"/>
              </a:spcAft>
              <a:buSzPts val="3000"/>
              <a:buFont typeface="IBM Plex Mono"/>
              <a:buNone/>
              <a:defRPr sz="3000">
                <a:latin typeface="IBM Plex Mono"/>
                <a:ea typeface="IBM Plex Mono"/>
                <a:cs typeface="IBM Plex Mono"/>
                <a:sym typeface="IBM Plex Mono"/>
              </a:defRPr>
            </a:lvl3pPr>
            <a:lvl4pPr lvl="3">
              <a:spcBef>
                <a:spcPts val="0"/>
              </a:spcBef>
              <a:spcAft>
                <a:spcPts val="0"/>
              </a:spcAft>
              <a:buSzPts val="3000"/>
              <a:buFont typeface="IBM Plex Mono"/>
              <a:buNone/>
              <a:defRPr sz="3000">
                <a:latin typeface="IBM Plex Mono"/>
                <a:ea typeface="IBM Plex Mono"/>
                <a:cs typeface="IBM Plex Mono"/>
                <a:sym typeface="IBM Plex Mono"/>
              </a:defRPr>
            </a:lvl4pPr>
            <a:lvl5pPr lvl="4">
              <a:spcBef>
                <a:spcPts val="0"/>
              </a:spcBef>
              <a:spcAft>
                <a:spcPts val="0"/>
              </a:spcAft>
              <a:buSzPts val="3000"/>
              <a:buFont typeface="IBM Plex Mono"/>
              <a:buNone/>
              <a:defRPr sz="3000">
                <a:latin typeface="IBM Plex Mono"/>
                <a:ea typeface="IBM Plex Mono"/>
                <a:cs typeface="IBM Plex Mono"/>
                <a:sym typeface="IBM Plex Mono"/>
              </a:defRPr>
            </a:lvl5pPr>
            <a:lvl6pPr lvl="5">
              <a:spcBef>
                <a:spcPts val="0"/>
              </a:spcBef>
              <a:spcAft>
                <a:spcPts val="0"/>
              </a:spcAft>
              <a:buSzPts val="3000"/>
              <a:buFont typeface="IBM Plex Mono"/>
              <a:buNone/>
              <a:defRPr sz="3000">
                <a:latin typeface="IBM Plex Mono"/>
                <a:ea typeface="IBM Plex Mono"/>
                <a:cs typeface="IBM Plex Mono"/>
                <a:sym typeface="IBM Plex Mono"/>
              </a:defRPr>
            </a:lvl6pPr>
            <a:lvl7pPr lvl="6">
              <a:spcBef>
                <a:spcPts val="0"/>
              </a:spcBef>
              <a:spcAft>
                <a:spcPts val="0"/>
              </a:spcAft>
              <a:buSzPts val="3000"/>
              <a:buFont typeface="IBM Plex Mono"/>
              <a:buNone/>
              <a:defRPr sz="3000">
                <a:latin typeface="IBM Plex Mono"/>
                <a:ea typeface="IBM Plex Mono"/>
                <a:cs typeface="IBM Plex Mono"/>
                <a:sym typeface="IBM Plex Mono"/>
              </a:defRPr>
            </a:lvl7pPr>
            <a:lvl8pPr lvl="7">
              <a:spcBef>
                <a:spcPts val="0"/>
              </a:spcBef>
              <a:spcAft>
                <a:spcPts val="0"/>
              </a:spcAft>
              <a:buSzPts val="3000"/>
              <a:buFont typeface="IBM Plex Mono"/>
              <a:buNone/>
              <a:defRPr sz="3000">
                <a:latin typeface="IBM Plex Mono"/>
                <a:ea typeface="IBM Plex Mono"/>
                <a:cs typeface="IBM Plex Mono"/>
                <a:sym typeface="IBM Plex Mono"/>
              </a:defRPr>
            </a:lvl8pPr>
            <a:lvl9pPr lvl="8">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4794" name="Google Shape;4794;p118"/>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4795" name="Google Shape;4795;p118"/>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Source Code Pr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4796" name="Google Shape;4796;p118"/>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4797" name="Google Shape;4797;p118"/>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19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4798" name="Google Shape;4798;p118"/>
          <p:cNvGrpSpPr/>
          <p:nvPr/>
        </p:nvGrpSpPr>
        <p:grpSpPr>
          <a:xfrm>
            <a:off x="-808923" y="2711465"/>
            <a:ext cx="2097951" cy="3309497"/>
            <a:chOff x="-656523" y="2711465"/>
            <a:chExt cx="2097951" cy="3309497"/>
          </a:xfrm>
        </p:grpSpPr>
        <p:sp>
          <p:nvSpPr>
            <p:cNvPr id="4799" name="Google Shape;4799;p118"/>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00" name="Google Shape;4800;p118"/>
            <p:cNvGrpSpPr/>
            <p:nvPr/>
          </p:nvGrpSpPr>
          <p:grpSpPr>
            <a:xfrm>
              <a:off x="323479" y="4682324"/>
              <a:ext cx="328346" cy="328531"/>
              <a:chOff x="3678700" y="407275"/>
              <a:chExt cx="708100" cy="708500"/>
            </a:xfrm>
          </p:grpSpPr>
          <p:sp>
            <p:nvSpPr>
              <p:cNvPr id="4801" name="Google Shape;4801;p11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2" name="Google Shape;4802;p11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1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1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1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6" name="Google Shape;4806;p11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7" name="Google Shape;4807;p11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8" name="Google Shape;4808;p118"/>
            <p:cNvGrpSpPr/>
            <p:nvPr/>
          </p:nvGrpSpPr>
          <p:grpSpPr>
            <a:xfrm>
              <a:off x="-541317" y="2711465"/>
              <a:ext cx="1117945" cy="1598547"/>
              <a:chOff x="-541317" y="2711465"/>
              <a:chExt cx="1117945" cy="1598547"/>
            </a:xfrm>
          </p:grpSpPr>
          <p:sp>
            <p:nvSpPr>
              <p:cNvPr id="4809" name="Google Shape;4809;p118"/>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0" name="Google Shape;4810;p118"/>
              <p:cNvGrpSpPr/>
              <p:nvPr/>
            </p:nvGrpSpPr>
            <p:grpSpPr>
              <a:xfrm>
                <a:off x="442584" y="4120912"/>
                <a:ext cx="134044" cy="134013"/>
                <a:chOff x="1101075" y="2142375"/>
                <a:chExt cx="439200" cy="439100"/>
              </a:xfrm>
            </p:grpSpPr>
            <p:sp>
              <p:nvSpPr>
                <p:cNvPr id="4811" name="Google Shape;4811;p1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13" name="Google Shape;4813;p118"/>
            <p:cNvGrpSpPr/>
            <p:nvPr/>
          </p:nvGrpSpPr>
          <p:grpSpPr>
            <a:xfrm rot="-9080766">
              <a:off x="-341725" y="3731687"/>
              <a:ext cx="1117904" cy="1598488"/>
              <a:chOff x="-541317" y="2711465"/>
              <a:chExt cx="1117945" cy="1598547"/>
            </a:xfrm>
          </p:grpSpPr>
          <p:sp>
            <p:nvSpPr>
              <p:cNvPr id="4814" name="Google Shape;4814;p118"/>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15" name="Google Shape;4815;p118"/>
              <p:cNvGrpSpPr/>
              <p:nvPr/>
            </p:nvGrpSpPr>
            <p:grpSpPr>
              <a:xfrm>
                <a:off x="442584" y="4120912"/>
                <a:ext cx="134044" cy="134013"/>
                <a:chOff x="1101075" y="2142375"/>
                <a:chExt cx="439200" cy="439100"/>
              </a:xfrm>
            </p:grpSpPr>
            <p:sp>
              <p:nvSpPr>
                <p:cNvPr id="4816" name="Google Shape;4816;p1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18" name="Google Shape;4818;p118"/>
            <p:cNvGrpSpPr/>
            <p:nvPr/>
          </p:nvGrpSpPr>
          <p:grpSpPr>
            <a:xfrm rot="10800000">
              <a:off x="323483" y="4422415"/>
              <a:ext cx="1117945" cy="1598547"/>
              <a:chOff x="-541317" y="2711465"/>
              <a:chExt cx="1117945" cy="1598547"/>
            </a:xfrm>
          </p:grpSpPr>
          <p:sp>
            <p:nvSpPr>
              <p:cNvPr id="4819" name="Google Shape;4819;p118"/>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0" name="Google Shape;4820;p118"/>
              <p:cNvGrpSpPr/>
              <p:nvPr/>
            </p:nvGrpSpPr>
            <p:grpSpPr>
              <a:xfrm>
                <a:off x="442584" y="4120912"/>
                <a:ext cx="134044" cy="134013"/>
                <a:chOff x="1101075" y="2142375"/>
                <a:chExt cx="439200" cy="439100"/>
              </a:xfrm>
            </p:grpSpPr>
            <p:sp>
              <p:nvSpPr>
                <p:cNvPr id="4821" name="Google Shape;4821;p1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2" name="Google Shape;4822;p1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823" name="Google Shape;4823;p118"/>
          <p:cNvGrpSpPr/>
          <p:nvPr/>
        </p:nvGrpSpPr>
        <p:grpSpPr>
          <a:xfrm>
            <a:off x="6470875" y="-1735180"/>
            <a:ext cx="4257000" cy="4171657"/>
            <a:chOff x="6394675" y="-1658980"/>
            <a:chExt cx="4257000" cy="4171657"/>
          </a:xfrm>
        </p:grpSpPr>
        <p:grpSp>
          <p:nvGrpSpPr>
            <p:cNvPr id="4824" name="Google Shape;4824;p118"/>
            <p:cNvGrpSpPr/>
            <p:nvPr/>
          </p:nvGrpSpPr>
          <p:grpSpPr>
            <a:xfrm flipH="1" rot="-2700000">
              <a:off x="7289785" y="-1246897"/>
              <a:ext cx="2552124" cy="3347490"/>
              <a:chOff x="2976325" y="908175"/>
              <a:chExt cx="4028179" cy="5283555"/>
            </a:xfrm>
          </p:grpSpPr>
          <p:sp>
            <p:nvSpPr>
              <p:cNvPr id="4825" name="Google Shape;4825;p11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6" name="Google Shape;4826;p11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1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28" name="Google Shape;4828;p118"/>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18"/>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0" name="Google Shape;4830;p118"/>
          <p:cNvGrpSpPr/>
          <p:nvPr/>
        </p:nvGrpSpPr>
        <p:grpSpPr>
          <a:xfrm>
            <a:off x="-113888" y="229201"/>
            <a:ext cx="1891393" cy="134100"/>
            <a:chOff x="-113888" y="229201"/>
            <a:chExt cx="1891393" cy="134100"/>
          </a:xfrm>
        </p:grpSpPr>
        <p:sp>
          <p:nvSpPr>
            <p:cNvPr id="4831" name="Google Shape;4831;p118"/>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32" name="Google Shape;4832;p118"/>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4833" name="Google Shape;4833;p118"/>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4834" name="Shape 4834"/>
        <p:cNvGrpSpPr/>
        <p:nvPr/>
      </p:nvGrpSpPr>
      <p:grpSpPr>
        <a:xfrm>
          <a:off x="0" y="0"/>
          <a:ext cx="0" cy="0"/>
          <a:chOff x="0" y="0"/>
          <a:chExt cx="0" cy="0"/>
        </a:xfrm>
      </p:grpSpPr>
      <p:sp>
        <p:nvSpPr>
          <p:cNvPr id="4835" name="Google Shape;4835;p119"/>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a:lnSpc>
                <a:spcPct val="115000"/>
              </a:lnSpc>
              <a:spcBef>
                <a:spcPts val="0"/>
              </a:spcBef>
              <a:spcAft>
                <a:spcPts val="0"/>
              </a:spcAft>
              <a:buSzPts val="3000"/>
              <a:buNone/>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4836" name="Google Shape;4836;p119"/>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28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837" name="Shape 4837"/>
        <p:cNvGrpSpPr/>
        <p:nvPr/>
      </p:nvGrpSpPr>
      <p:grpSpPr>
        <a:xfrm>
          <a:off x="0" y="0"/>
          <a:ext cx="0" cy="0"/>
          <a:chOff x="0" y="0"/>
          <a:chExt cx="0" cy="0"/>
        </a:xfrm>
      </p:grpSpPr>
      <p:sp>
        <p:nvSpPr>
          <p:cNvPr id="4838" name="Google Shape;4838;p1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4839" name="Google Shape;4839;p120"/>
          <p:cNvGrpSpPr/>
          <p:nvPr/>
        </p:nvGrpSpPr>
        <p:grpSpPr>
          <a:xfrm>
            <a:off x="4967675" y="4931713"/>
            <a:ext cx="439200" cy="439100"/>
            <a:chOff x="1101075" y="2142375"/>
            <a:chExt cx="439200" cy="439100"/>
          </a:xfrm>
        </p:grpSpPr>
        <p:sp>
          <p:nvSpPr>
            <p:cNvPr id="4840" name="Google Shape;4840;p12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1" name="Google Shape;4841;p12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42" name="Google Shape;4842;p120"/>
          <p:cNvGrpSpPr/>
          <p:nvPr/>
        </p:nvGrpSpPr>
        <p:grpSpPr>
          <a:xfrm>
            <a:off x="2176605" y="-3695660"/>
            <a:ext cx="7317722" cy="6983297"/>
            <a:chOff x="2100405" y="-3619460"/>
            <a:chExt cx="7317722" cy="6983297"/>
          </a:xfrm>
        </p:grpSpPr>
        <p:sp>
          <p:nvSpPr>
            <p:cNvPr id="4843" name="Google Shape;4843;p120"/>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4" name="Google Shape;4844;p120"/>
            <p:cNvGrpSpPr/>
            <p:nvPr/>
          </p:nvGrpSpPr>
          <p:grpSpPr>
            <a:xfrm rot="2700000">
              <a:off x="7787417" y="120497"/>
              <a:ext cx="582044" cy="582419"/>
              <a:chOff x="959750" y="3039275"/>
              <a:chExt cx="582050" cy="582425"/>
            </a:xfrm>
          </p:grpSpPr>
          <p:sp>
            <p:nvSpPr>
              <p:cNvPr id="4845" name="Google Shape;4845;p1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7" name="Google Shape;4847;p1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8" name="Google Shape;4848;p1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2" name="Google Shape;4852;p120"/>
            <p:cNvGrpSpPr/>
            <p:nvPr/>
          </p:nvGrpSpPr>
          <p:grpSpPr>
            <a:xfrm rot="2700000">
              <a:off x="8310742" y="-75303"/>
              <a:ext cx="582044" cy="582419"/>
              <a:chOff x="959750" y="3039275"/>
              <a:chExt cx="582050" cy="582425"/>
            </a:xfrm>
          </p:grpSpPr>
          <p:sp>
            <p:nvSpPr>
              <p:cNvPr id="4853" name="Google Shape;4853;p1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7" name="Google Shape;4857;p1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8" name="Google Shape;4858;p1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9" name="Google Shape;4859;p1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0" name="Google Shape;4860;p120"/>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20"/>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20"/>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3" name="Google Shape;4863;p120"/>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4" name="Google Shape;4864;p120"/>
          <p:cNvGrpSpPr/>
          <p:nvPr/>
        </p:nvGrpSpPr>
        <p:grpSpPr>
          <a:xfrm>
            <a:off x="-2424242" y="2074146"/>
            <a:ext cx="6274943" cy="6257753"/>
            <a:chOff x="-2447692" y="2022396"/>
            <a:chExt cx="6274943" cy="6257753"/>
          </a:xfrm>
        </p:grpSpPr>
        <p:grpSp>
          <p:nvGrpSpPr>
            <p:cNvPr id="4865" name="Google Shape;4865;p120"/>
            <p:cNvGrpSpPr/>
            <p:nvPr/>
          </p:nvGrpSpPr>
          <p:grpSpPr>
            <a:xfrm flipH="1" rot="10800000">
              <a:off x="-25334" y="4406387"/>
              <a:ext cx="1538562" cy="971589"/>
              <a:chOff x="-191059" y="95963"/>
              <a:chExt cx="1538562" cy="971589"/>
            </a:xfrm>
          </p:grpSpPr>
          <p:grpSp>
            <p:nvGrpSpPr>
              <p:cNvPr id="4866" name="Google Shape;4866;p120"/>
              <p:cNvGrpSpPr/>
              <p:nvPr/>
            </p:nvGrpSpPr>
            <p:grpSpPr>
              <a:xfrm>
                <a:off x="-191059" y="201619"/>
                <a:ext cx="904284" cy="865933"/>
                <a:chOff x="2038491" y="-937756"/>
                <a:chExt cx="904284" cy="865933"/>
              </a:xfrm>
            </p:grpSpPr>
            <p:grpSp>
              <p:nvGrpSpPr>
                <p:cNvPr id="4867" name="Google Shape;4867;p120"/>
                <p:cNvGrpSpPr/>
                <p:nvPr/>
              </p:nvGrpSpPr>
              <p:grpSpPr>
                <a:xfrm>
                  <a:off x="2096570" y="-863491"/>
                  <a:ext cx="717621" cy="717392"/>
                  <a:chOff x="1483457" y="3953671"/>
                  <a:chExt cx="717621" cy="717392"/>
                </a:xfrm>
              </p:grpSpPr>
              <p:sp>
                <p:nvSpPr>
                  <p:cNvPr id="4868" name="Google Shape;4868;p1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1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1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1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2" name="Google Shape;4872;p1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3" name="Google Shape;4873;p120"/>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74" name="Google Shape;4874;p120"/>
              <p:cNvGrpSpPr/>
              <p:nvPr/>
            </p:nvGrpSpPr>
            <p:grpSpPr>
              <a:xfrm>
                <a:off x="584533" y="95963"/>
                <a:ext cx="473483" cy="453403"/>
                <a:chOff x="2038491" y="-937756"/>
                <a:chExt cx="904284" cy="865933"/>
              </a:xfrm>
            </p:grpSpPr>
            <p:grpSp>
              <p:nvGrpSpPr>
                <p:cNvPr id="4875" name="Google Shape;4875;p120"/>
                <p:cNvGrpSpPr/>
                <p:nvPr/>
              </p:nvGrpSpPr>
              <p:grpSpPr>
                <a:xfrm>
                  <a:off x="2096570" y="-863491"/>
                  <a:ext cx="717621" cy="717392"/>
                  <a:chOff x="1483457" y="3953671"/>
                  <a:chExt cx="717621" cy="717392"/>
                </a:xfrm>
              </p:grpSpPr>
              <p:sp>
                <p:nvSpPr>
                  <p:cNvPr id="4876" name="Google Shape;4876;p1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0" name="Google Shape;4880;p1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1" name="Google Shape;4881;p120"/>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82" name="Google Shape;4882;p120"/>
              <p:cNvGrpSpPr/>
              <p:nvPr/>
            </p:nvGrpSpPr>
            <p:grpSpPr>
              <a:xfrm>
                <a:off x="530445" y="481913"/>
                <a:ext cx="473483" cy="453403"/>
                <a:chOff x="2038491" y="-937756"/>
                <a:chExt cx="904284" cy="865933"/>
              </a:xfrm>
            </p:grpSpPr>
            <p:grpSp>
              <p:nvGrpSpPr>
                <p:cNvPr id="4883" name="Google Shape;4883;p120"/>
                <p:cNvGrpSpPr/>
                <p:nvPr/>
              </p:nvGrpSpPr>
              <p:grpSpPr>
                <a:xfrm>
                  <a:off x="2096570" y="-863491"/>
                  <a:ext cx="717621" cy="717392"/>
                  <a:chOff x="1483457" y="3953671"/>
                  <a:chExt cx="717621" cy="717392"/>
                </a:xfrm>
              </p:grpSpPr>
              <p:sp>
                <p:nvSpPr>
                  <p:cNvPr id="4884" name="Google Shape;4884;p1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1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1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7" name="Google Shape;4887;p1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8" name="Google Shape;4888;p1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9" name="Google Shape;4889;p120"/>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90" name="Google Shape;4890;p120"/>
              <p:cNvGrpSpPr/>
              <p:nvPr/>
            </p:nvGrpSpPr>
            <p:grpSpPr>
              <a:xfrm>
                <a:off x="874020" y="312788"/>
                <a:ext cx="473483" cy="453403"/>
                <a:chOff x="2038491" y="-937756"/>
                <a:chExt cx="904284" cy="865933"/>
              </a:xfrm>
            </p:grpSpPr>
            <p:grpSp>
              <p:nvGrpSpPr>
                <p:cNvPr id="4891" name="Google Shape;4891;p120"/>
                <p:cNvGrpSpPr/>
                <p:nvPr/>
              </p:nvGrpSpPr>
              <p:grpSpPr>
                <a:xfrm>
                  <a:off x="2096570" y="-863491"/>
                  <a:ext cx="717621" cy="717392"/>
                  <a:chOff x="1483457" y="3953671"/>
                  <a:chExt cx="717621" cy="717392"/>
                </a:xfrm>
              </p:grpSpPr>
              <p:sp>
                <p:nvSpPr>
                  <p:cNvPr id="4892" name="Google Shape;4892;p120"/>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3" name="Google Shape;4893;p120"/>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4" name="Google Shape;4894;p120"/>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5" name="Google Shape;4895;p120"/>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6" name="Google Shape;4896;p120"/>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97" name="Google Shape;4897;p120"/>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98" name="Google Shape;4898;p120"/>
            <p:cNvGrpSpPr/>
            <p:nvPr/>
          </p:nvGrpSpPr>
          <p:grpSpPr>
            <a:xfrm flipH="1" rot="-3320950">
              <a:off x="-1885521" y="3185658"/>
              <a:ext cx="4889863" cy="3931229"/>
              <a:chOff x="7103825" y="-713112"/>
              <a:chExt cx="3785226" cy="3043150"/>
            </a:xfrm>
          </p:grpSpPr>
          <p:sp>
            <p:nvSpPr>
              <p:cNvPr id="4899" name="Google Shape;4899;p120"/>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00" name="Google Shape;4900;p120"/>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4901" name="Google Shape;4901;p120"/>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02" name="Google Shape;4902;p120"/>
            <p:cNvGrpSpPr/>
            <p:nvPr/>
          </p:nvGrpSpPr>
          <p:grpSpPr>
            <a:xfrm rot="5400000">
              <a:off x="1987130" y="4230949"/>
              <a:ext cx="88142" cy="1137387"/>
              <a:chOff x="3054755" y="4367024"/>
              <a:chExt cx="88142" cy="1137387"/>
            </a:xfrm>
          </p:grpSpPr>
          <p:sp>
            <p:nvSpPr>
              <p:cNvPr id="4903" name="Google Shape;4903;p1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4" name="Google Shape;4904;p1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4905" name="Shape 4905"/>
        <p:cNvGrpSpPr/>
        <p:nvPr/>
      </p:nvGrpSpPr>
      <p:grpSpPr>
        <a:xfrm>
          <a:off x="0" y="0"/>
          <a:ext cx="0" cy="0"/>
          <a:chOff x="0" y="0"/>
          <a:chExt cx="0" cy="0"/>
        </a:xfrm>
      </p:grpSpPr>
      <p:sp>
        <p:nvSpPr>
          <p:cNvPr id="4906" name="Google Shape;4906;p1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4907" name="Google Shape;4907;p121"/>
          <p:cNvGrpSpPr/>
          <p:nvPr/>
        </p:nvGrpSpPr>
        <p:grpSpPr>
          <a:xfrm>
            <a:off x="7810267" y="-622132"/>
            <a:ext cx="2587792" cy="2725916"/>
            <a:chOff x="7810267" y="-622132"/>
            <a:chExt cx="2587792" cy="2725916"/>
          </a:xfrm>
        </p:grpSpPr>
        <p:grpSp>
          <p:nvGrpSpPr>
            <p:cNvPr id="4908" name="Google Shape;4908;p121"/>
            <p:cNvGrpSpPr/>
            <p:nvPr/>
          </p:nvGrpSpPr>
          <p:grpSpPr>
            <a:xfrm>
              <a:off x="8520988" y="-90875"/>
              <a:ext cx="904666" cy="726121"/>
              <a:chOff x="7945225" y="4302000"/>
              <a:chExt cx="904666" cy="726121"/>
            </a:xfrm>
          </p:grpSpPr>
          <p:sp>
            <p:nvSpPr>
              <p:cNvPr id="4909" name="Google Shape;4909;p121"/>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0" name="Google Shape;4910;p121"/>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1" name="Google Shape;4911;p121"/>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2" name="Google Shape;4912;p121"/>
            <p:cNvGrpSpPr/>
            <p:nvPr/>
          </p:nvGrpSpPr>
          <p:grpSpPr>
            <a:xfrm>
              <a:off x="8869019" y="-622132"/>
              <a:ext cx="325154" cy="1788670"/>
              <a:chOff x="8869019" y="-622132"/>
              <a:chExt cx="325154" cy="1788670"/>
            </a:xfrm>
          </p:grpSpPr>
          <p:sp>
            <p:nvSpPr>
              <p:cNvPr id="4913" name="Google Shape;4913;p12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14" name="Google Shape;4914;p121"/>
              <p:cNvGrpSpPr/>
              <p:nvPr/>
            </p:nvGrpSpPr>
            <p:grpSpPr>
              <a:xfrm rot="1800062">
                <a:off x="9035610" y="1007995"/>
                <a:ext cx="134040" cy="134009"/>
                <a:chOff x="1101075" y="2142375"/>
                <a:chExt cx="439200" cy="439100"/>
              </a:xfrm>
            </p:grpSpPr>
            <p:sp>
              <p:nvSpPr>
                <p:cNvPr id="4915" name="Google Shape;4915;p1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6" name="Google Shape;4916;p1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917" name="Google Shape;4917;p121"/>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121"/>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9" name="Google Shape;4919;p121"/>
          <p:cNvGrpSpPr/>
          <p:nvPr/>
        </p:nvGrpSpPr>
        <p:grpSpPr>
          <a:xfrm>
            <a:off x="8332551" y="-7"/>
            <a:ext cx="2386151" cy="3293873"/>
            <a:chOff x="8256351" y="-7"/>
            <a:chExt cx="2386151" cy="3293873"/>
          </a:xfrm>
        </p:grpSpPr>
        <p:pic>
          <p:nvPicPr>
            <p:cNvPr id="4920" name="Google Shape;4920;p121"/>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4921" name="Google Shape;4921;p121"/>
            <p:cNvGrpSpPr/>
            <p:nvPr/>
          </p:nvGrpSpPr>
          <p:grpSpPr>
            <a:xfrm rot="10800000">
              <a:off x="8452444" y="-7"/>
              <a:ext cx="325154" cy="1788670"/>
              <a:chOff x="8869019" y="-622132"/>
              <a:chExt cx="325154" cy="1788670"/>
            </a:xfrm>
          </p:grpSpPr>
          <p:sp>
            <p:nvSpPr>
              <p:cNvPr id="4922" name="Google Shape;4922;p12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23" name="Google Shape;4923;p121"/>
              <p:cNvGrpSpPr/>
              <p:nvPr/>
            </p:nvGrpSpPr>
            <p:grpSpPr>
              <a:xfrm rot="1800062">
                <a:off x="9035610" y="1007995"/>
                <a:ext cx="134040" cy="134009"/>
                <a:chOff x="1101075" y="2142375"/>
                <a:chExt cx="439200" cy="439100"/>
              </a:xfrm>
            </p:grpSpPr>
            <p:sp>
              <p:nvSpPr>
                <p:cNvPr id="4924" name="Google Shape;4924;p1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5" name="Google Shape;4925;p1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926" name="Google Shape;4926;p121"/>
          <p:cNvGrpSpPr/>
          <p:nvPr/>
        </p:nvGrpSpPr>
        <p:grpSpPr>
          <a:xfrm>
            <a:off x="-213525" y="171225"/>
            <a:ext cx="439200" cy="439100"/>
            <a:chOff x="1101075" y="2142375"/>
            <a:chExt cx="439200" cy="439100"/>
          </a:xfrm>
        </p:grpSpPr>
        <p:sp>
          <p:nvSpPr>
            <p:cNvPr id="4927" name="Google Shape;4927;p12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8" name="Google Shape;4928;p12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29" name="Google Shape;4929;p121"/>
          <p:cNvGrpSpPr/>
          <p:nvPr/>
        </p:nvGrpSpPr>
        <p:grpSpPr>
          <a:xfrm>
            <a:off x="-1262974" y="3161328"/>
            <a:ext cx="4822591" cy="2934500"/>
            <a:chOff x="-1186774" y="3161328"/>
            <a:chExt cx="4822591" cy="2934500"/>
          </a:xfrm>
        </p:grpSpPr>
        <p:pic>
          <p:nvPicPr>
            <p:cNvPr id="4930" name="Google Shape;4930;p121"/>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4931" name="Google Shape;4931;p121"/>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2" name="Google Shape;4932;p121"/>
            <p:cNvGrpSpPr/>
            <p:nvPr/>
          </p:nvGrpSpPr>
          <p:grpSpPr>
            <a:xfrm>
              <a:off x="58899" y="4608583"/>
              <a:ext cx="604346" cy="657081"/>
              <a:chOff x="58899" y="4608583"/>
              <a:chExt cx="604346" cy="657081"/>
            </a:xfrm>
          </p:grpSpPr>
          <p:grpSp>
            <p:nvGrpSpPr>
              <p:cNvPr id="4933" name="Google Shape;4933;p121"/>
              <p:cNvGrpSpPr/>
              <p:nvPr/>
            </p:nvGrpSpPr>
            <p:grpSpPr>
              <a:xfrm rot="10800000">
                <a:off x="58899" y="4608583"/>
                <a:ext cx="328346" cy="328531"/>
                <a:chOff x="3678700" y="407275"/>
                <a:chExt cx="708100" cy="708500"/>
              </a:xfrm>
            </p:grpSpPr>
            <p:sp>
              <p:nvSpPr>
                <p:cNvPr id="4934" name="Google Shape;4934;p12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12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12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7" name="Google Shape;4937;p12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8" name="Google Shape;4938;p12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12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12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1" name="Google Shape;4941;p121"/>
              <p:cNvGrpSpPr/>
              <p:nvPr/>
            </p:nvGrpSpPr>
            <p:grpSpPr>
              <a:xfrm rot="10800000">
                <a:off x="334899" y="4608583"/>
                <a:ext cx="328346" cy="328531"/>
                <a:chOff x="3678700" y="407275"/>
                <a:chExt cx="708100" cy="708500"/>
              </a:xfrm>
            </p:grpSpPr>
            <p:sp>
              <p:nvSpPr>
                <p:cNvPr id="4942" name="Google Shape;4942;p12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3" name="Google Shape;4943;p12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12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12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12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7" name="Google Shape;4947;p12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8" name="Google Shape;4948;p12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9" name="Google Shape;4949;p121"/>
              <p:cNvGrpSpPr/>
              <p:nvPr/>
            </p:nvGrpSpPr>
            <p:grpSpPr>
              <a:xfrm rot="10800000">
                <a:off x="282574" y="4937133"/>
                <a:ext cx="328346" cy="328531"/>
                <a:chOff x="3678700" y="407275"/>
                <a:chExt cx="708100" cy="708500"/>
              </a:xfrm>
            </p:grpSpPr>
            <p:sp>
              <p:nvSpPr>
                <p:cNvPr id="4950" name="Google Shape;4950;p12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1" name="Google Shape;4951;p12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2" name="Google Shape;4952;p12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12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4" name="Google Shape;4954;p12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5" name="Google Shape;4955;p12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6" name="Google Shape;4956;p12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57" name="Google Shape;4957;p121"/>
            <p:cNvGrpSpPr/>
            <p:nvPr/>
          </p:nvGrpSpPr>
          <p:grpSpPr>
            <a:xfrm>
              <a:off x="-923150" y="4796551"/>
              <a:ext cx="4558967" cy="134100"/>
              <a:chOff x="796100" y="3019701"/>
              <a:chExt cx="4558967" cy="134100"/>
            </a:xfrm>
          </p:grpSpPr>
          <p:sp>
            <p:nvSpPr>
              <p:cNvPr id="4958" name="Google Shape;4958;p121"/>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59" name="Google Shape;4959;p121"/>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960" name="Google Shape;4960;p121"/>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4961" name="Shape 4961"/>
        <p:cNvGrpSpPr/>
        <p:nvPr/>
      </p:nvGrpSpPr>
      <p:grpSpPr>
        <a:xfrm>
          <a:off x="0" y="0"/>
          <a:ext cx="0" cy="0"/>
          <a:chOff x="0" y="0"/>
          <a:chExt cx="0" cy="0"/>
        </a:xfrm>
      </p:grpSpPr>
      <p:sp>
        <p:nvSpPr>
          <p:cNvPr id="4962" name="Google Shape;4962;p1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4963" name="Google Shape;4963;p122"/>
          <p:cNvGrpSpPr/>
          <p:nvPr/>
        </p:nvGrpSpPr>
        <p:grpSpPr>
          <a:xfrm>
            <a:off x="-2176650" y="-112745"/>
            <a:ext cx="4680670" cy="5935195"/>
            <a:chOff x="-2176650" y="-112745"/>
            <a:chExt cx="4680670" cy="5935195"/>
          </a:xfrm>
        </p:grpSpPr>
        <p:grpSp>
          <p:nvGrpSpPr>
            <p:cNvPr id="4964" name="Google Shape;4964;p122"/>
            <p:cNvGrpSpPr/>
            <p:nvPr/>
          </p:nvGrpSpPr>
          <p:grpSpPr>
            <a:xfrm>
              <a:off x="-2176650" y="-112745"/>
              <a:ext cx="4680670" cy="5935195"/>
              <a:chOff x="-2176650" y="-112745"/>
              <a:chExt cx="4680670" cy="5935195"/>
            </a:xfrm>
          </p:grpSpPr>
          <p:sp>
            <p:nvSpPr>
              <p:cNvPr id="4965" name="Google Shape;4965;p122"/>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6" name="Google Shape;4966;p122"/>
              <p:cNvGrpSpPr/>
              <p:nvPr/>
            </p:nvGrpSpPr>
            <p:grpSpPr>
              <a:xfrm rot="-2700000">
                <a:off x="10491" y="4440580"/>
                <a:ext cx="582044" cy="582419"/>
                <a:chOff x="959750" y="3039275"/>
                <a:chExt cx="582050" cy="582425"/>
              </a:xfrm>
            </p:grpSpPr>
            <p:sp>
              <p:nvSpPr>
                <p:cNvPr id="4967" name="Google Shape;4967;p12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8" name="Google Shape;4968;p12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9" name="Google Shape;4969;p12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0" name="Google Shape;4970;p12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1" name="Google Shape;4971;p12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2" name="Google Shape;4972;p12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3" name="Google Shape;4973;p12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4" name="Google Shape;4974;p122"/>
              <p:cNvGrpSpPr/>
              <p:nvPr/>
            </p:nvGrpSpPr>
            <p:grpSpPr>
              <a:xfrm rot="-2700000">
                <a:off x="-183259" y="2704590"/>
                <a:ext cx="582044" cy="582419"/>
                <a:chOff x="959750" y="3039275"/>
                <a:chExt cx="582050" cy="582425"/>
              </a:xfrm>
            </p:grpSpPr>
            <p:sp>
              <p:nvSpPr>
                <p:cNvPr id="4975" name="Google Shape;4975;p12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12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7" name="Google Shape;4977;p12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8" name="Google Shape;4978;p12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9" name="Google Shape;4979;p12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12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1" name="Google Shape;4981;p12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82" name="Google Shape;4982;p122"/>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3" name="Google Shape;4983;p122"/>
            <p:cNvGrpSpPr/>
            <p:nvPr/>
          </p:nvGrpSpPr>
          <p:grpSpPr>
            <a:xfrm>
              <a:off x="-234425" y="3727550"/>
              <a:ext cx="439200" cy="439100"/>
              <a:chOff x="1101075" y="2142375"/>
              <a:chExt cx="439200" cy="439100"/>
            </a:xfrm>
          </p:grpSpPr>
          <p:sp>
            <p:nvSpPr>
              <p:cNvPr id="4984" name="Google Shape;4984;p1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1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6" name="Google Shape;4986;p122"/>
            <p:cNvGrpSpPr/>
            <p:nvPr/>
          </p:nvGrpSpPr>
          <p:grpSpPr>
            <a:xfrm rot="10800000">
              <a:off x="713225" y="4931225"/>
              <a:ext cx="439200" cy="439100"/>
              <a:chOff x="1101075" y="2142375"/>
              <a:chExt cx="439200" cy="439100"/>
            </a:xfrm>
          </p:grpSpPr>
          <p:sp>
            <p:nvSpPr>
              <p:cNvPr id="4987" name="Google Shape;4987;p1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1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89" name="Google Shape;4989;p122"/>
          <p:cNvGrpSpPr/>
          <p:nvPr/>
        </p:nvGrpSpPr>
        <p:grpSpPr>
          <a:xfrm>
            <a:off x="6642300" y="-415701"/>
            <a:ext cx="4558967" cy="1887075"/>
            <a:chOff x="6566100" y="-415701"/>
            <a:chExt cx="4558967" cy="1887075"/>
          </a:xfrm>
        </p:grpSpPr>
        <p:pic>
          <p:nvPicPr>
            <p:cNvPr id="4990" name="Google Shape;4990;p122"/>
            <p:cNvPicPr preferRelativeResize="0"/>
            <p:nvPr/>
          </p:nvPicPr>
          <p:blipFill rotWithShape="1">
            <a:blip r:embed="rId2">
              <a:alphaModFix/>
            </a:blip>
            <a:srcRect b="26177" l="16960" r="7121" t="24718"/>
            <a:stretch/>
          </p:blipFill>
          <p:spPr>
            <a:xfrm>
              <a:off x="8278550" y="-392375"/>
              <a:ext cx="2441950" cy="1863749"/>
            </a:xfrm>
            <a:prstGeom prst="rect">
              <a:avLst/>
            </a:prstGeom>
            <a:noFill/>
            <a:ln>
              <a:noFill/>
            </a:ln>
          </p:spPr>
        </p:pic>
        <p:grpSp>
          <p:nvGrpSpPr>
            <p:cNvPr id="4991" name="Google Shape;4991;p122"/>
            <p:cNvGrpSpPr/>
            <p:nvPr/>
          </p:nvGrpSpPr>
          <p:grpSpPr>
            <a:xfrm rot="5400000">
              <a:off x="7714062" y="-991384"/>
              <a:ext cx="1433417" cy="2584783"/>
              <a:chOff x="-363163" y="-645596"/>
              <a:chExt cx="1433417" cy="2584783"/>
            </a:xfrm>
          </p:grpSpPr>
          <p:grpSp>
            <p:nvGrpSpPr>
              <p:cNvPr id="4992" name="Google Shape;4992;p122"/>
              <p:cNvGrpSpPr/>
              <p:nvPr/>
            </p:nvGrpSpPr>
            <p:grpSpPr>
              <a:xfrm rot="10800000">
                <a:off x="-64595" y="-645596"/>
                <a:ext cx="1134849" cy="2370191"/>
                <a:chOff x="-575575" y="3685599"/>
                <a:chExt cx="1421048" cy="2967932"/>
              </a:xfrm>
            </p:grpSpPr>
            <p:sp>
              <p:nvSpPr>
                <p:cNvPr id="4993" name="Google Shape;4993;p122"/>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4" name="Google Shape;4994;p122"/>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95" name="Google Shape;4995;p122"/>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6" name="Google Shape;4996;p122"/>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97" name="Google Shape;4997;p122"/>
              <p:cNvGrpSpPr/>
              <p:nvPr/>
            </p:nvGrpSpPr>
            <p:grpSpPr>
              <a:xfrm flipH="1" rot="-2700000">
                <a:off x="-216370" y="1084101"/>
                <a:ext cx="708093" cy="708493"/>
                <a:chOff x="3678700" y="407275"/>
                <a:chExt cx="708100" cy="708500"/>
              </a:xfrm>
            </p:grpSpPr>
            <p:sp>
              <p:nvSpPr>
                <p:cNvPr id="4998" name="Google Shape;4998;p12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9" name="Google Shape;4999;p12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0" name="Google Shape;5000;p12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1" name="Google Shape;5001;p12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2" name="Google Shape;5002;p12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12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4" name="Google Shape;5004;p12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05" name="Google Shape;5005;p122"/>
            <p:cNvGrpSpPr/>
            <p:nvPr/>
          </p:nvGrpSpPr>
          <p:grpSpPr>
            <a:xfrm rot="10800000">
              <a:off x="6566100" y="233963"/>
              <a:ext cx="4558967" cy="134100"/>
              <a:chOff x="796100" y="3019701"/>
              <a:chExt cx="4558967" cy="134100"/>
            </a:xfrm>
          </p:grpSpPr>
          <p:sp>
            <p:nvSpPr>
              <p:cNvPr id="5006" name="Google Shape;5006;p122"/>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07" name="Google Shape;5007;p122"/>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008" name="Google Shape;5008;p122"/>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5009" name="Shape 5009"/>
        <p:cNvGrpSpPr/>
        <p:nvPr/>
      </p:nvGrpSpPr>
      <p:grpSpPr>
        <a:xfrm>
          <a:off x="0" y="0"/>
          <a:ext cx="0" cy="0"/>
          <a:chOff x="0" y="0"/>
          <a:chExt cx="0" cy="0"/>
        </a:xfrm>
      </p:grpSpPr>
      <p:grpSp>
        <p:nvGrpSpPr>
          <p:cNvPr id="5010" name="Google Shape;5010;p123"/>
          <p:cNvGrpSpPr/>
          <p:nvPr/>
        </p:nvGrpSpPr>
        <p:grpSpPr>
          <a:xfrm>
            <a:off x="5404975" y="2221118"/>
            <a:ext cx="4263000" cy="3617400"/>
            <a:chOff x="5328775" y="2221118"/>
            <a:chExt cx="4263000" cy="3617400"/>
          </a:xfrm>
        </p:grpSpPr>
        <p:sp>
          <p:nvSpPr>
            <p:cNvPr id="5011" name="Google Shape;5011;p123"/>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12" name="Google Shape;5012;p123"/>
            <p:cNvGrpSpPr/>
            <p:nvPr/>
          </p:nvGrpSpPr>
          <p:grpSpPr>
            <a:xfrm>
              <a:off x="7218100" y="4855088"/>
              <a:ext cx="931125" cy="525763"/>
              <a:chOff x="7218100" y="4855088"/>
              <a:chExt cx="931125" cy="525763"/>
            </a:xfrm>
          </p:grpSpPr>
          <p:grpSp>
            <p:nvGrpSpPr>
              <p:cNvPr id="5013" name="Google Shape;5013;p123"/>
              <p:cNvGrpSpPr/>
              <p:nvPr/>
            </p:nvGrpSpPr>
            <p:grpSpPr>
              <a:xfrm>
                <a:off x="7710025" y="4941750"/>
                <a:ext cx="439200" cy="439100"/>
                <a:chOff x="1101075" y="2142375"/>
                <a:chExt cx="439200" cy="439100"/>
              </a:xfrm>
            </p:grpSpPr>
            <p:sp>
              <p:nvSpPr>
                <p:cNvPr id="5014" name="Google Shape;5014;p1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1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6" name="Google Shape;5016;p123"/>
              <p:cNvGrpSpPr/>
              <p:nvPr/>
            </p:nvGrpSpPr>
            <p:grpSpPr>
              <a:xfrm>
                <a:off x="7218100" y="4855088"/>
                <a:ext cx="439200" cy="439100"/>
                <a:chOff x="1101075" y="2142375"/>
                <a:chExt cx="439200" cy="439100"/>
              </a:xfrm>
            </p:grpSpPr>
            <p:sp>
              <p:nvSpPr>
                <p:cNvPr id="5017" name="Google Shape;5017;p1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8" name="Google Shape;5018;p1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019" name="Google Shape;5019;p1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grpSp>
        <p:nvGrpSpPr>
          <p:cNvPr id="5020" name="Google Shape;5020;p123"/>
          <p:cNvGrpSpPr/>
          <p:nvPr/>
        </p:nvGrpSpPr>
        <p:grpSpPr>
          <a:xfrm>
            <a:off x="-2175000" y="3012192"/>
            <a:ext cx="3701086" cy="3345172"/>
            <a:chOff x="-1886500" y="2599117"/>
            <a:chExt cx="3701086" cy="3345172"/>
          </a:xfrm>
        </p:grpSpPr>
        <p:pic>
          <p:nvPicPr>
            <p:cNvPr id="5021" name="Google Shape;5021;p123"/>
            <p:cNvPicPr preferRelativeResize="0"/>
            <p:nvPr/>
          </p:nvPicPr>
          <p:blipFill rotWithShape="1">
            <a:blip r:embed="rId2">
              <a:alphaModFix/>
            </a:blip>
            <a:srcRect b="26177" l="16960" r="7121" t="24718"/>
            <a:stretch/>
          </p:blipFill>
          <p:spPr>
            <a:xfrm rot="10800000">
              <a:off x="-1886500" y="3119537"/>
              <a:ext cx="3701086" cy="2824751"/>
            </a:xfrm>
            <a:prstGeom prst="rect">
              <a:avLst/>
            </a:prstGeom>
            <a:noFill/>
            <a:ln>
              <a:noFill/>
            </a:ln>
          </p:spPr>
        </p:pic>
        <p:sp>
          <p:nvSpPr>
            <p:cNvPr id="5022" name="Google Shape;5022;p123"/>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3" name="Google Shape;5023;p123"/>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24" name="Google Shape;5024;p123"/>
            <p:cNvGrpSpPr/>
            <p:nvPr/>
          </p:nvGrpSpPr>
          <p:grpSpPr>
            <a:xfrm rot="10800000">
              <a:off x="-37979" y="5013439"/>
              <a:ext cx="134004" cy="134004"/>
              <a:chOff x="8356813" y="1074288"/>
              <a:chExt cx="351900" cy="351900"/>
            </a:xfrm>
          </p:grpSpPr>
          <p:sp>
            <p:nvSpPr>
              <p:cNvPr id="5025" name="Google Shape;5025;p12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6" name="Google Shape;5026;p12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27" name="Google Shape;5027;p123"/>
            <p:cNvGrpSpPr/>
            <p:nvPr/>
          </p:nvGrpSpPr>
          <p:grpSpPr>
            <a:xfrm rot="10800000">
              <a:off x="447446" y="4173589"/>
              <a:ext cx="134004" cy="134004"/>
              <a:chOff x="8356813" y="1074288"/>
              <a:chExt cx="351900" cy="351900"/>
            </a:xfrm>
          </p:grpSpPr>
          <p:sp>
            <p:nvSpPr>
              <p:cNvPr id="5028" name="Google Shape;5028;p12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9" name="Google Shape;5029;p12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0" name="Google Shape;5030;p123"/>
            <p:cNvGrpSpPr/>
            <p:nvPr/>
          </p:nvGrpSpPr>
          <p:grpSpPr>
            <a:xfrm rot="10800000">
              <a:off x="539621" y="2985514"/>
              <a:ext cx="134004" cy="134004"/>
              <a:chOff x="8356813" y="1074288"/>
              <a:chExt cx="351900" cy="351900"/>
            </a:xfrm>
          </p:grpSpPr>
          <p:sp>
            <p:nvSpPr>
              <p:cNvPr id="5031" name="Google Shape;5031;p123"/>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2" name="Google Shape;5032;p123"/>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33" name="Google Shape;5033;p123"/>
          <p:cNvGrpSpPr/>
          <p:nvPr/>
        </p:nvGrpSpPr>
        <p:grpSpPr>
          <a:xfrm>
            <a:off x="5928900" y="-249669"/>
            <a:ext cx="5688165" cy="3493826"/>
            <a:chOff x="5852700" y="-249669"/>
            <a:chExt cx="5688165" cy="3493826"/>
          </a:xfrm>
        </p:grpSpPr>
        <p:grpSp>
          <p:nvGrpSpPr>
            <p:cNvPr id="5034" name="Google Shape;5034;p123"/>
            <p:cNvGrpSpPr/>
            <p:nvPr/>
          </p:nvGrpSpPr>
          <p:grpSpPr>
            <a:xfrm>
              <a:off x="8783705" y="1899359"/>
              <a:ext cx="402160" cy="1344798"/>
              <a:chOff x="8668555" y="1976884"/>
              <a:chExt cx="402160" cy="1344798"/>
            </a:xfrm>
          </p:grpSpPr>
          <p:sp>
            <p:nvSpPr>
              <p:cNvPr id="5035" name="Google Shape;5035;p123"/>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6" name="Google Shape;5036;p123"/>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7" name="Google Shape;5037;p123"/>
            <p:cNvGrpSpPr/>
            <p:nvPr/>
          </p:nvGrpSpPr>
          <p:grpSpPr>
            <a:xfrm>
              <a:off x="8598675" y="1421188"/>
              <a:ext cx="904666" cy="726121"/>
              <a:chOff x="7945225" y="4302000"/>
              <a:chExt cx="904666" cy="726121"/>
            </a:xfrm>
          </p:grpSpPr>
          <p:sp>
            <p:nvSpPr>
              <p:cNvPr id="5038" name="Google Shape;5038;p123"/>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123"/>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123"/>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1" name="Google Shape;5041;p123"/>
            <p:cNvGrpSpPr/>
            <p:nvPr/>
          </p:nvGrpSpPr>
          <p:grpSpPr>
            <a:xfrm flipH="1" rot="10800000">
              <a:off x="7579756" y="-249669"/>
              <a:ext cx="2601921" cy="2438355"/>
              <a:chOff x="7340128" y="2866613"/>
              <a:chExt cx="2439225" cy="2438355"/>
            </a:xfrm>
          </p:grpSpPr>
          <p:sp>
            <p:nvSpPr>
              <p:cNvPr id="5042" name="Google Shape;5042;p123"/>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3" name="Google Shape;5043;p123"/>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44" name="Google Shape;5044;p123"/>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45" name="Google Shape;5045;p123"/>
            <p:cNvGrpSpPr/>
            <p:nvPr/>
          </p:nvGrpSpPr>
          <p:grpSpPr>
            <a:xfrm>
              <a:off x="6917701" y="246011"/>
              <a:ext cx="4623164" cy="134100"/>
              <a:chOff x="6917701" y="246011"/>
              <a:chExt cx="4623164" cy="134100"/>
            </a:xfrm>
          </p:grpSpPr>
          <p:sp>
            <p:nvSpPr>
              <p:cNvPr id="5046" name="Google Shape;5046;p123"/>
              <p:cNvSpPr/>
              <p:nvPr/>
            </p:nvSpPr>
            <p:spPr>
              <a:xfrm flipH="1">
                <a:off x="6917701" y="24601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7" name="Google Shape;5047;p123"/>
              <p:cNvSpPr/>
              <p:nvPr/>
            </p:nvSpPr>
            <p:spPr>
              <a:xfrm flipH="1">
                <a:off x="6947889" y="27615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48" name="Google Shape;5048;p123"/>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049" name="Shape 5049"/>
        <p:cNvGrpSpPr/>
        <p:nvPr/>
      </p:nvGrpSpPr>
      <p:grpSpPr>
        <a:xfrm>
          <a:off x="0" y="0"/>
          <a:ext cx="0" cy="0"/>
          <a:chOff x="0" y="0"/>
          <a:chExt cx="0" cy="0"/>
        </a:xfrm>
      </p:grpSpPr>
      <p:sp>
        <p:nvSpPr>
          <p:cNvPr id="5050" name="Google Shape;5050;p1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5051" name="Google Shape;5051;p124"/>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52" name="Google Shape;5052;p124"/>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053" name="Google Shape;5053;p124"/>
          <p:cNvGrpSpPr/>
          <p:nvPr/>
        </p:nvGrpSpPr>
        <p:grpSpPr>
          <a:xfrm>
            <a:off x="-96329" y="4888563"/>
            <a:ext cx="1590408" cy="88125"/>
            <a:chOff x="124624" y="4953514"/>
            <a:chExt cx="1137387" cy="88142"/>
          </a:xfrm>
        </p:grpSpPr>
        <p:sp>
          <p:nvSpPr>
            <p:cNvPr id="5054" name="Google Shape;5054;p124"/>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5" name="Google Shape;5055;p124"/>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6" name="Google Shape;5056;p124"/>
          <p:cNvGrpSpPr/>
          <p:nvPr/>
        </p:nvGrpSpPr>
        <p:grpSpPr>
          <a:xfrm>
            <a:off x="6883700" y="1385725"/>
            <a:ext cx="4028179" cy="5283555"/>
            <a:chOff x="6883700" y="1385725"/>
            <a:chExt cx="4028179" cy="5283555"/>
          </a:xfrm>
        </p:grpSpPr>
        <p:sp>
          <p:nvSpPr>
            <p:cNvPr id="5057" name="Google Shape;5057;p124"/>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124"/>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124"/>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124"/>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1" name="Google Shape;5061;p124"/>
          <p:cNvGrpSpPr/>
          <p:nvPr/>
        </p:nvGrpSpPr>
        <p:grpSpPr>
          <a:xfrm>
            <a:off x="4598006" y="-1699037"/>
            <a:ext cx="5579794" cy="3203424"/>
            <a:chOff x="4521806" y="-1546637"/>
            <a:chExt cx="5579794" cy="3203424"/>
          </a:xfrm>
        </p:grpSpPr>
        <p:grpSp>
          <p:nvGrpSpPr>
            <p:cNvPr id="5062" name="Google Shape;5062;p124"/>
            <p:cNvGrpSpPr/>
            <p:nvPr/>
          </p:nvGrpSpPr>
          <p:grpSpPr>
            <a:xfrm>
              <a:off x="4619858" y="-154439"/>
              <a:ext cx="916824" cy="700199"/>
              <a:chOff x="4619858" y="-154439"/>
              <a:chExt cx="916824" cy="700199"/>
            </a:xfrm>
          </p:grpSpPr>
          <p:sp>
            <p:nvSpPr>
              <p:cNvPr id="5063" name="Google Shape;5063;p124"/>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124"/>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124"/>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066" name="Google Shape;5066;p124"/>
            <p:cNvPicPr preferRelativeResize="0"/>
            <p:nvPr/>
          </p:nvPicPr>
          <p:blipFill rotWithShape="1">
            <a:blip r:embed="rId2">
              <a:alphaModFix/>
            </a:blip>
            <a:srcRect b="26177" l="16960" r="7121" t="24718"/>
            <a:stretch/>
          </p:blipFill>
          <p:spPr>
            <a:xfrm>
              <a:off x="5904350" y="-1546637"/>
              <a:ext cx="4197251" cy="3203424"/>
            </a:xfrm>
            <a:prstGeom prst="rect">
              <a:avLst/>
            </a:prstGeom>
            <a:noFill/>
            <a:ln>
              <a:noFill/>
            </a:ln>
          </p:spPr>
        </p:pic>
        <p:sp>
          <p:nvSpPr>
            <p:cNvPr id="5067" name="Google Shape;5067;p124"/>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124"/>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69" name="Google Shape;5069;p124"/>
            <p:cNvGrpSpPr/>
            <p:nvPr/>
          </p:nvGrpSpPr>
          <p:grpSpPr>
            <a:xfrm rot="10800000">
              <a:off x="8323180" y="210225"/>
              <a:ext cx="1493503" cy="88125"/>
              <a:chOff x="124624" y="4953514"/>
              <a:chExt cx="1137387" cy="88142"/>
            </a:xfrm>
          </p:grpSpPr>
          <p:sp>
            <p:nvSpPr>
              <p:cNvPr id="5070" name="Google Shape;5070;p124"/>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124"/>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2" name="Google Shape;5072;p124"/>
            <p:cNvGrpSpPr/>
            <p:nvPr/>
          </p:nvGrpSpPr>
          <p:grpSpPr>
            <a:xfrm>
              <a:off x="4619231" y="-32636"/>
              <a:ext cx="254987" cy="255131"/>
              <a:chOff x="3678700" y="407275"/>
              <a:chExt cx="708100" cy="708500"/>
            </a:xfrm>
          </p:grpSpPr>
          <p:sp>
            <p:nvSpPr>
              <p:cNvPr id="5073" name="Google Shape;5073;p1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1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5" name="Google Shape;5075;p1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6" name="Google Shape;5076;p1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1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1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9" name="Google Shape;5079;p1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0" name="Google Shape;5080;p124"/>
            <p:cNvGrpSpPr/>
            <p:nvPr/>
          </p:nvGrpSpPr>
          <p:grpSpPr>
            <a:xfrm>
              <a:off x="4521806" y="126714"/>
              <a:ext cx="254987" cy="255131"/>
              <a:chOff x="3678700" y="407275"/>
              <a:chExt cx="708100" cy="708500"/>
            </a:xfrm>
          </p:grpSpPr>
          <p:sp>
            <p:nvSpPr>
              <p:cNvPr id="5081" name="Google Shape;5081;p1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1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3" name="Google Shape;5083;p1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4" name="Google Shape;5084;p1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1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1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1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088" name="Shape 5088"/>
        <p:cNvGrpSpPr/>
        <p:nvPr/>
      </p:nvGrpSpPr>
      <p:grpSpPr>
        <a:xfrm>
          <a:off x="0" y="0"/>
          <a:ext cx="0" cy="0"/>
          <a:chOff x="0" y="0"/>
          <a:chExt cx="0" cy="0"/>
        </a:xfrm>
      </p:grpSpPr>
      <p:sp>
        <p:nvSpPr>
          <p:cNvPr id="5089" name="Google Shape;5089;p125"/>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090" name="Google Shape;5090;p125"/>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091" name="Google Shape;5091;p125"/>
          <p:cNvGrpSpPr/>
          <p:nvPr/>
        </p:nvGrpSpPr>
        <p:grpSpPr>
          <a:xfrm>
            <a:off x="-1623735" y="2499757"/>
            <a:ext cx="5119205" cy="4373890"/>
            <a:chOff x="-1547535" y="2499757"/>
            <a:chExt cx="5119205" cy="4373890"/>
          </a:xfrm>
        </p:grpSpPr>
        <p:pic>
          <p:nvPicPr>
            <p:cNvPr id="5092" name="Google Shape;5092;p125"/>
            <p:cNvPicPr preferRelativeResize="0"/>
            <p:nvPr/>
          </p:nvPicPr>
          <p:blipFill rotWithShape="1">
            <a:blip r:embed="rId2">
              <a:alphaModFix/>
            </a:blip>
            <a:srcRect b="26177" l="16960" r="7121" t="24718"/>
            <a:stretch/>
          </p:blipFill>
          <p:spPr>
            <a:xfrm rot="-5400000">
              <a:off x="-1751185" y="3417285"/>
              <a:ext cx="3920501" cy="2992224"/>
            </a:xfrm>
            <a:prstGeom prst="rect">
              <a:avLst/>
            </a:prstGeom>
            <a:noFill/>
            <a:ln>
              <a:noFill/>
            </a:ln>
          </p:spPr>
        </p:pic>
        <p:grpSp>
          <p:nvGrpSpPr>
            <p:cNvPr id="5093" name="Google Shape;5093;p125"/>
            <p:cNvGrpSpPr/>
            <p:nvPr/>
          </p:nvGrpSpPr>
          <p:grpSpPr>
            <a:xfrm rot="-5400000">
              <a:off x="123777" y="4587830"/>
              <a:ext cx="480890" cy="481200"/>
              <a:chOff x="959750" y="3039275"/>
              <a:chExt cx="582050" cy="582425"/>
            </a:xfrm>
          </p:grpSpPr>
          <p:sp>
            <p:nvSpPr>
              <p:cNvPr id="5094" name="Google Shape;5094;p1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1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6" name="Google Shape;5096;p1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7" name="Google Shape;5097;p1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8" name="Google Shape;5098;p1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1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1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1" name="Google Shape;5101;p125"/>
            <p:cNvGrpSpPr/>
            <p:nvPr/>
          </p:nvGrpSpPr>
          <p:grpSpPr>
            <a:xfrm rot="-5400000">
              <a:off x="-564590" y="2079321"/>
              <a:ext cx="3153315" cy="5119205"/>
              <a:chOff x="6643701" y="816087"/>
              <a:chExt cx="3153315" cy="5119205"/>
            </a:xfrm>
          </p:grpSpPr>
          <p:sp>
            <p:nvSpPr>
              <p:cNvPr id="5102" name="Google Shape;5102;p125"/>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3" name="Google Shape;5103;p125"/>
              <p:cNvGrpSpPr/>
              <p:nvPr/>
            </p:nvGrpSpPr>
            <p:grpSpPr>
              <a:xfrm>
                <a:off x="8062611" y="3503222"/>
                <a:ext cx="134004" cy="134004"/>
                <a:chOff x="8356813" y="1074288"/>
                <a:chExt cx="351900" cy="351900"/>
              </a:xfrm>
            </p:grpSpPr>
            <p:sp>
              <p:nvSpPr>
                <p:cNvPr id="5104" name="Google Shape;5104;p12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5" name="Google Shape;5105;p12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6" name="Google Shape;5106;p125"/>
              <p:cNvGrpSpPr/>
              <p:nvPr/>
            </p:nvGrpSpPr>
            <p:grpSpPr>
              <a:xfrm>
                <a:off x="7678536" y="3129397"/>
                <a:ext cx="134004" cy="134004"/>
                <a:chOff x="8356813" y="1074288"/>
                <a:chExt cx="351900" cy="351900"/>
              </a:xfrm>
            </p:grpSpPr>
            <p:sp>
              <p:nvSpPr>
                <p:cNvPr id="5107" name="Google Shape;5107;p12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12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9" name="Google Shape;5109;p125"/>
              <p:cNvGrpSpPr/>
              <p:nvPr/>
            </p:nvGrpSpPr>
            <p:grpSpPr>
              <a:xfrm>
                <a:off x="8671986" y="2443197"/>
                <a:ext cx="134004" cy="134004"/>
                <a:chOff x="8356813" y="1074288"/>
                <a:chExt cx="351900" cy="351900"/>
              </a:xfrm>
            </p:grpSpPr>
            <p:sp>
              <p:nvSpPr>
                <p:cNvPr id="5110" name="Google Shape;5110;p12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12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12" name="Google Shape;5112;p125"/>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13" name="Google Shape;5113;p125"/>
            <p:cNvGrpSpPr/>
            <p:nvPr/>
          </p:nvGrpSpPr>
          <p:grpSpPr>
            <a:xfrm rot="-5400000">
              <a:off x="99300" y="3411735"/>
              <a:ext cx="88151" cy="2151709"/>
              <a:chOff x="3054755" y="4367024"/>
              <a:chExt cx="88142" cy="1137387"/>
            </a:xfrm>
          </p:grpSpPr>
          <p:sp>
            <p:nvSpPr>
              <p:cNvPr id="5114" name="Google Shape;5114;p12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5" name="Google Shape;5115;p12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6" name="Google Shape;5116;p125"/>
            <p:cNvGrpSpPr/>
            <p:nvPr/>
          </p:nvGrpSpPr>
          <p:grpSpPr>
            <a:xfrm rot="-5400000">
              <a:off x="-28713" y="3651410"/>
              <a:ext cx="88151" cy="2151709"/>
              <a:chOff x="3054755" y="4367024"/>
              <a:chExt cx="88142" cy="1137387"/>
            </a:xfrm>
          </p:grpSpPr>
          <p:sp>
            <p:nvSpPr>
              <p:cNvPr id="5117" name="Google Shape;5117;p12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12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19" name="Google Shape;5119;p125"/>
          <p:cNvGrpSpPr/>
          <p:nvPr/>
        </p:nvGrpSpPr>
        <p:grpSpPr>
          <a:xfrm rot="-5400000">
            <a:off x="7274810" y="-1067450"/>
            <a:ext cx="3920501" cy="3213899"/>
            <a:chOff x="6643710" y="2822113"/>
            <a:chExt cx="3920501" cy="3213899"/>
          </a:xfrm>
        </p:grpSpPr>
        <p:pic>
          <p:nvPicPr>
            <p:cNvPr id="5120" name="Google Shape;5120;p125"/>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sp>
          <p:nvSpPr>
            <p:cNvPr id="5121" name="Google Shape;5121;p125"/>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125"/>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125"/>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4" name="Google Shape;5124;p125"/>
            <p:cNvGrpSpPr/>
            <p:nvPr/>
          </p:nvGrpSpPr>
          <p:grpSpPr>
            <a:xfrm>
              <a:off x="8671987" y="3471620"/>
              <a:ext cx="699928" cy="1651024"/>
              <a:chOff x="8337812" y="3492483"/>
              <a:chExt cx="699928" cy="1651024"/>
            </a:xfrm>
          </p:grpSpPr>
          <p:sp>
            <p:nvSpPr>
              <p:cNvPr id="5125" name="Google Shape;5125;p125"/>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125"/>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125"/>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8" name="Google Shape;5128;p125"/>
            <p:cNvGrpSpPr/>
            <p:nvPr/>
          </p:nvGrpSpPr>
          <p:grpSpPr>
            <a:xfrm>
              <a:off x="8279400" y="4281138"/>
              <a:ext cx="904666" cy="726121"/>
              <a:chOff x="7945225" y="4302000"/>
              <a:chExt cx="904666" cy="726121"/>
            </a:xfrm>
          </p:grpSpPr>
          <p:sp>
            <p:nvSpPr>
              <p:cNvPr id="5129" name="Google Shape;5129;p12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0" name="Google Shape;5130;p12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1" name="Google Shape;5131;p12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132" name="Shape 5132"/>
        <p:cNvGrpSpPr/>
        <p:nvPr/>
      </p:nvGrpSpPr>
      <p:grpSpPr>
        <a:xfrm>
          <a:off x="0" y="0"/>
          <a:ext cx="0" cy="0"/>
          <a:chOff x="0" y="0"/>
          <a:chExt cx="0" cy="0"/>
        </a:xfrm>
      </p:grpSpPr>
      <p:sp>
        <p:nvSpPr>
          <p:cNvPr id="5133" name="Google Shape;5133;p1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134" name="Google Shape;5134;p126"/>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AutoNum type="arabicPeriod"/>
              <a:defRPr/>
            </a:lvl1pPr>
            <a:lvl2pPr indent="-304800" lvl="1" marL="91440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5135" name="Google Shape;5135;p126"/>
          <p:cNvGrpSpPr/>
          <p:nvPr/>
        </p:nvGrpSpPr>
        <p:grpSpPr>
          <a:xfrm>
            <a:off x="6846993" y="-1382193"/>
            <a:ext cx="4230595" cy="4230595"/>
            <a:chOff x="6597168" y="-1305993"/>
            <a:chExt cx="4230595" cy="4230595"/>
          </a:xfrm>
        </p:grpSpPr>
        <p:sp>
          <p:nvSpPr>
            <p:cNvPr id="5136" name="Google Shape;5136;p126"/>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126"/>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8" name="Google Shape;5138;p126"/>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9" name="Google Shape;5139;p126"/>
            <p:cNvGrpSpPr/>
            <p:nvPr/>
          </p:nvGrpSpPr>
          <p:grpSpPr>
            <a:xfrm>
              <a:off x="8449011" y="1244697"/>
              <a:ext cx="134100" cy="134100"/>
              <a:chOff x="-1999139" y="3143772"/>
              <a:chExt cx="134100" cy="134100"/>
            </a:xfrm>
          </p:grpSpPr>
          <p:sp>
            <p:nvSpPr>
              <p:cNvPr id="5140" name="Google Shape;5140;p1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1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2" name="Google Shape;5142;p126"/>
            <p:cNvGrpSpPr/>
            <p:nvPr/>
          </p:nvGrpSpPr>
          <p:grpSpPr>
            <a:xfrm>
              <a:off x="8577286" y="2178484"/>
              <a:ext cx="134100" cy="134100"/>
              <a:chOff x="-1999139" y="3143772"/>
              <a:chExt cx="134100" cy="134100"/>
            </a:xfrm>
          </p:grpSpPr>
          <p:sp>
            <p:nvSpPr>
              <p:cNvPr id="5143" name="Google Shape;5143;p1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1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5" name="Google Shape;5145;p126"/>
            <p:cNvGrpSpPr/>
            <p:nvPr/>
          </p:nvGrpSpPr>
          <p:grpSpPr>
            <a:xfrm>
              <a:off x="8526386" y="311022"/>
              <a:ext cx="134004" cy="134004"/>
              <a:chOff x="8356813" y="1074288"/>
              <a:chExt cx="351900" cy="351900"/>
            </a:xfrm>
          </p:grpSpPr>
          <p:sp>
            <p:nvSpPr>
              <p:cNvPr id="5146" name="Google Shape;5146;p1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7" name="Google Shape;5147;p1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148" name="Google Shape;5148;p126"/>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5149" name="Google Shape;5149;p126"/>
          <p:cNvGrpSpPr/>
          <p:nvPr/>
        </p:nvGrpSpPr>
        <p:grpSpPr>
          <a:xfrm rot="5400000">
            <a:off x="-1981527" y="1924690"/>
            <a:ext cx="6191222" cy="6191222"/>
            <a:chOff x="-2825827" y="1271890"/>
            <a:chExt cx="6191222" cy="6191222"/>
          </a:xfrm>
        </p:grpSpPr>
        <p:pic>
          <p:nvPicPr>
            <p:cNvPr id="5150" name="Google Shape;5150;p126"/>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5151" name="Google Shape;5151;p126"/>
            <p:cNvGrpSpPr/>
            <p:nvPr/>
          </p:nvGrpSpPr>
          <p:grpSpPr>
            <a:xfrm>
              <a:off x="-2825827" y="1271890"/>
              <a:ext cx="6191222" cy="6191222"/>
              <a:chOff x="-2825827" y="1271890"/>
              <a:chExt cx="6191222" cy="6191222"/>
            </a:xfrm>
          </p:grpSpPr>
          <p:sp>
            <p:nvSpPr>
              <p:cNvPr id="5152" name="Google Shape;5152;p126"/>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126"/>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54" name="Google Shape;5154;p126"/>
              <p:cNvGrpSpPr/>
              <p:nvPr/>
            </p:nvGrpSpPr>
            <p:grpSpPr>
              <a:xfrm rot="10800000">
                <a:off x="384881" y="3042905"/>
                <a:ext cx="134100" cy="134100"/>
                <a:chOff x="-1999139" y="3143772"/>
                <a:chExt cx="134100" cy="134100"/>
              </a:xfrm>
            </p:grpSpPr>
            <p:sp>
              <p:nvSpPr>
                <p:cNvPr id="5155" name="Google Shape;5155;p1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6" name="Google Shape;5156;p1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7" name="Google Shape;5157;p126"/>
              <p:cNvGrpSpPr/>
              <p:nvPr/>
            </p:nvGrpSpPr>
            <p:grpSpPr>
              <a:xfrm rot="10800000">
                <a:off x="146106" y="3710980"/>
                <a:ext cx="134100" cy="134100"/>
                <a:chOff x="-1999139" y="3143772"/>
                <a:chExt cx="134100" cy="134100"/>
              </a:xfrm>
            </p:grpSpPr>
            <p:sp>
              <p:nvSpPr>
                <p:cNvPr id="5158" name="Google Shape;5158;p1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9" name="Google Shape;5159;p1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0" name="Google Shape;5160;p126"/>
              <p:cNvGrpSpPr/>
              <p:nvPr/>
            </p:nvGrpSpPr>
            <p:grpSpPr>
              <a:xfrm>
                <a:off x="-102297" y="3780153"/>
                <a:ext cx="939901" cy="2449421"/>
                <a:chOff x="-102297" y="3780153"/>
                <a:chExt cx="939901" cy="2449421"/>
              </a:xfrm>
            </p:grpSpPr>
            <p:sp>
              <p:nvSpPr>
                <p:cNvPr id="5161" name="Google Shape;5161;p126"/>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126"/>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63" name="Google Shape;5163;p126"/>
                <p:cNvGrpSpPr/>
                <p:nvPr/>
              </p:nvGrpSpPr>
              <p:grpSpPr>
                <a:xfrm rot="10800000">
                  <a:off x="532825" y="5492502"/>
                  <a:ext cx="134004" cy="134004"/>
                  <a:chOff x="8356813" y="1074288"/>
                  <a:chExt cx="351900" cy="351900"/>
                </a:xfrm>
              </p:grpSpPr>
              <p:sp>
                <p:nvSpPr>
                  <p:cNvPr id="5164" name="Google Shape;5164;p1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1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5166" name="Shape 5166"/>
        <p:cNvGrpSpPr/>
        <p:nvPr/>
      </p:nvGrpSpPr>
      <p:grpSpPr>
        <a:xfrm>
          <a:off x="0" y="0"/>
          <a:ext cx="0" cy="0"/>
          <a:chOff x="0" y="0"/>
          <a:chExt cx="0" cy="0"/>
        </a:xfrm>
      </p:grpSpPr>
      <p:grpSp>
        <p:nvGrpSpPr>
          <p:cNvPr id="5167" name="Google Shape;5167;p127"/>
          <p:cNvGrpSpPr/>
          <p:nvPr/>
        </p:nvGrpSpPr>
        <p:grpSpPr>
          <a:xfrm>
            <a:off x="4582521" y="2433470"/>
            <a:ext cx="5022035" cy="4764449"/>
            <a:chOff x="4571996" y="2268220"/>
            <a:chExt cx="5022035" cy="4764449"/>
          </a:xfrm>
        </p:grpSpPr>
        <p:pic>
          <p:nvPicPr>
            <p:cNvPr id="5168" name="Google Shape;5168;p127"/>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5169" name="Google Shape;5169;p127"/>
            <p:cNvGrpSpPr/>
            <p:nvPr/>
          </p:nvGrpSpPr>
          <p:grpSpPr>
            <a:xfrm rot="10800000">
              <a:off x="4571996" y="2268220"/>
              <a:ext cx="5022035" cy="4764449"/>
              <a:chOff x="-494406" y="-1584825"/>
              <a:chExt cx="4397193" cy="4171657"/>
            </a:xfrm>
          </p:grpSpPr>
          <p:grpSp>
            <p:nvGrpSpPr>
              <p:cNvPr id="5170" name="Google Shape;5170;p127"/>
              <p:cNvGrpSpPr/>
              <p:nvPr/>
            </p:nvGrpSpPr>
            <p:grpSpPr>
              <a:xfrm>
                <a:off x="245875" y="-51824"/>
                <a:ext cx="208200" cy="1824700"/>
                <a:chOff x="1040050" y="3812126"/>
                <a:chExt cx="208200" cy="1824700"/>
              </a:xfrm>
            </p:grpSpPr>
            <p:sp>
              <p:nvSpPr>
                <p:cNvPr id="5171" name="Google Shape;5171;p127"/>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2" name="Google Shape;5172;p127"/>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3" name="Google Shape;5173;p127"/>
              <p:cNvGrpSpPr/>
              <p:nvPr/>
            </p:nvGrpSpPr>
            <p:grpSpPr>
              <a:xfrm rot="-8100000">
                <a:off x="540898" y="-1172741"/>
                <a:ext cx="2552124" cy="3347490"/>
                <a:chOff x="2976325" y="908175"/>
                <a:chExt cx="4028179" cy="5283555"/>
              </a:xfrm>
            </p:grpSpPr>
            <p:sp>
              <p:nvSpPr>
                <p:cNvPr id="5174" name="Google Shape;5174;p1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5" name="Google Shape;5175;p1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1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7" name="Google Shape;5177;p127"/>
              <p:cNvGrpSpPr/>
              <p:nvPr/>
            </p:nvGrpSpPr>
            <p:grpSpPr>
              <a:xfrm>
                <a:off x="-1" y="621223"/>
                <a:ext cx="699940" cy="478601"/>
                <a:chOff x="39722" y="4349021"/>
                <a:chExt cx="1061964" cy="726143"/>
              </a:xfrm>
            </p:grpSpPr>
            <p:grpSp>
              <p:nvGrpSpPr>
                <p:cNvPr id="5178" name="Google Shape;5178;p127"/>
                <p:cNvGrpSpPr/>
                <p:nvPr/>
              </p:nvGrpSpPr>
              <p:grpSpPr>
                <a:xfrm rot="2700000">
                  <a:off x="140502" y="4460924"/>
                  <a:ext cx="524584" cy="502337"/>
                  <a:chOff x="1189791" y="-1767331"/>
                  <a:chExt cx="904284" cy="865933"/>
                </a:xfrm>
              </p:grpSpPr>
              <p:sp>
                <p:nvSpPr>
                  <p:cNvPr id="5179" name="Google Shape;5179;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80" name="Google Shape;5180;p127"/>
                  <p:cNvGrpSpPr/>
                  <p:nvPr/>
                </p:nvGrpSpPr>
                <p:grpSpPr>
                  <a:xfrm>
                    <a:off x="1232795" y="-1740829"/>
                    <a:ext cx="717621" cy="717392"/>
                    <a:chOff x="1483457" y="3953671"/>
                    <a:chExt cx="717621" cy="717392"/>
                  </a:xfrm>
                </p:grpSpPr>
                <p:sp>
                  <p:nvSpPr>
                    <p:cNvPr id="5181" name="Google Shape;5181;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86" name="Google Shape;5186;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7" name="Google Shape;5187;p127"/>
              <p:cNvGrpSpPr/>
              <p:nvPr/>
            </p:nvGrpSpPr>
            <p:grpSpPr>
              <a:xfrm>
                <a:off x="955673" y="11"/>
                <a:ext cx="592576" cy="405260"/>
                <a:chOff x="39722" y="4349021"/>
                <a:chExt cx="1061964" cy="726143"/>
              </a:xfrm>
            </p:grpSpPr>
            <p:grpSp>
              <p:nvGrpSpPr>
                <p:cNvPr id="5188" name="Google Shape;5188;p127"/>
                <p:cNvGrpSpPr/>
                <p:nvPr/>
              </p:nvGrpSpPr>
              <p:grpSpPr>
                <a:xfrm rot="2700000">
                  <a:off x="140502" y="4460924"/>
                  <a:ext cx="524584" cy="502337"/>
                  <a:chOff x="1189791" y="-1767331"/>
                  <a:chExt cx="904284" cy="865933"/>
                </a:xfrm>
              </p:grpSpPr>
              <p:sp>
                <p:nvSpPr>
                  <p:cNvPr id="5189" name="Google Shape;5189;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0" name="Google Shape;5190;p127"/>
                  <p:cNvGrpSpPr/>
                  <p:nvPr/>
                </p:nvGrpSpPr>
                <p:grpSpPr>
                  <a:xfrm>
                    <a:off x="1232795" y="-1740829"/>
                    <a:ext cx="717621" cy="717392"/>
                    <a:chOff x="1483457" y="3953671"/>
                    <a:chExt cx="717621" cy="717392"/>
                  </a:xfrm>
                </p:grpSpPr>
                <p:sp>
                  <p:nvSpPr>
                    <p:cNvPr id="5191" name="Google Shape;5191;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2" name="Google Shape;5192;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3" name="Google Shape;5193;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4" name="Google Shape;5194;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96" name="Google Shape;5196;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7" name="Google Shape;5197;p127"/>
              <p:cNvGrpSpPr/>
              <p:nvPr/>
            </p:nvGrpSpPr>
            <p:grpSpPr>
              <a:xfrm>
                <a:off x="441574" y="-36652"/>
                <a:ext cx="699940" cy="478601"/>
                <a:chOff x="39722" y="4349021"/>
                <a:chExt cx="1061964" cy="726143"/>
              </a:xfrm>
            </p:grpSpPr>
            <p:grpSp>
              <p:nvGrpSpPr>
                <p:cNvPr id="5198" name="Google Shape;5198;p127"/>
                <p:cNvGrpSpPr/>
                <p:nvPr/>
              </p:nvGrpSpPr>
              <p:grpSpPr>
                <a:xfrm rot="2700000">
                  <a:off x="140502" y="4460924"/>
                  <a:ext cx="524584" cy="502337"/>
                  <a:chOff x="1189791" y="-1767331"/>
                  <a:chExt cx="904284" cy="865933"/>
                </a:xfrm>
              </p:grpSpPr>
              <p:sp>
                <p:nvSpPr>
                  <p:cNvPr id="5199" name="Google Shape;5199;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0" name="Google Shape;5200;p127"/>
                  <p:cNvGrpSpPr/>
                  <p:nvPr/>
                </p:nvGrpSpPr>
                <p:grpSpPr>
                  <a:xfrm>
                    <a:off x="1232795" y="-1740829"/>
                    <a:ext cx="717621" cy="717392"/>
                    <a:chOff x="1483457" y="3953671"/>
                    <a:chExt cx="717621" cy="717392"/>
                  </a:xfrm>
                </p:grpSpPr>
                <p:sp>
                  <p:nvSpPr>
                    <p:cNvPr id="5201" name="Google Shape;5201;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06" name="Google Shape;5206;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7" name="Google Shape;5207;p127"/>
              <p:cNvGrpSpPr/>
              <p:nvPr/>
            </p:nvGrpSpPr>
            <p:grpSpPr>
              <a:xfrm>
                <a:off x="-494406" y="-252396"/>
                <a:ext cx="1741563" cy="1288563"/>
                <a:chOff x="-494406" y="-252396"/>
                <a:chExt cx="1741563" cy="1288563"/>
              </a:xfrm>
            </p:grpSpPr>
            <p:sp>
              <p:nvSpPr>
                <p:cNvPr id="5208" name="Google Shape;5208;p127"/>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127"/>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10" name="Google Shape;5210;p127"/>
            <p:cNvGrpSpPr/>
            <p:nvPr/>
          </p:nvGrpSpPr>
          <p:grpSpPr>
            <a:xfrm>
              <a:off x="5643425" y="4968525"/>
              <a:ext cx="439200" cy="439100"/>
              <a:chOff x="1101075" y="2142375"/>
              <a:chExt cx="439200" cy="439100"/>
            </a:xfrm>
          </p:grpSpPr>
          <p:sp>
            <p:nvSpPr>
              <p:cNvPr id="5211" name="Google Shape;5211;p1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2" name="Google Shape;5212;p1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13" name="Google Shape;5213;p1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14" name="Google Shape;5214;p127"/>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5215" name="Google Shape;5215;p127"/>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rgbClr val="434343"/>
              </a:buClr>
              <a:buSzPts val="1200"/>
              <a:buChar char="●"/>
              <a:defRPr sz="1200">
                <a:solidFill>
                  <a:srgbClr val="191919"/>
                </a:solidFill>
              </a:defRPr>
            </a:lvl1pPr>
            <a:lvl2pPr indent="-304800" lvl="1" marL="91440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5216" name="Google Shape;5216;p127"/>
          <p:cNvGrpSpPr/>
          <p:nvPr/>
        </p:nvGrpSpPr>
        <p:grpSpPr>
          <a:xfrm>
            <a:off x="-913829" y="-2335097"/>
            <a:ext cx="5022161" cy="4764814"/>
            <a:chOff x="-837629" y="-2258897"/>
            <a:chExt cx="5022161" cy="4764814"/>
          </a:xfrm>
        </p:grpSpPr>
        <p:grpSp>
          <p:nvGrpSpPr>
            <p:cNvPr id="5217" name="Google Shape;5217;p127"/>
            <p:cNvGrpSpPr/>
            <p:nvPr/>
          </p:nvGrpSpPr>
          <p:grpSpPr>
            <a:xfrm>
              <a:off x="-837629" y="-736613"/>
              <a:ext cx="1989039" cy="1471668"/>
              <a:chOff x="-494406" y="-252396"/>
              <a:chExt cx="1741563" cy="1288563"/>
            </a:xfrm>
          </p:grpSpPr>
          <p:sp>
            <p:nvSpPr>
              <p:cNvPr id="5218" name="Google Shape;5218;p127"/>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127"/>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0" name="Google Shape;5220;p127"/>
            <p:cNvGrpSpPr/>
            <p:nvPr/>
          </p:nvGrpSpPr>
          <p:grpSpPr>
            <a:xfrm rot="-8100000">
              <a:off x="344623" y="-1788220"/>
              <a:ext cx="2915004" cy="3823461"/>
              <a:chOff x="2976325" y="908175"/>
              <a:chExt cx="4028179" cy="5283555"/>
            </a:xfrm>
          </p:grpSpPr>
          <p:sp>
            <p:nvSpPr>
              <p:cNvPr id="5221" name="Google Shape;5221;p1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1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1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4" name="Google Shape;5224;p127"/>
            <p:cNvGrpSpPr/>
            <p:nvPr/>
          </p:nvGrpSpPr>
          <p:grpSpPr>
            <a:xfrm>
              <a:off x="-272968" y="261330"/>
              <a:ext cx="799446" cy="546640"/>
              <a:chOff x="39722" y="4349021"/>
              <a:chExt cx="1061964" cy="726143"/>
            </a:xfrm>
          </p:grpSpPr>
          <p:grpSp>
            <p:nvGrpSpPr>
              <p:cNvPr id="5225" name="Google Shape;5225;p127"/>
              <p:cNvGrpSpPr/>
              <p:nvPr/>
            </p:nvGrpSpPr>
            <p:grpSpPr>
              <a:xfrm rot="2700000">
                <a:off x="140502" y="4460924"/>
                <a:ext cx="524584" cy="502337"/>
                <a:chOff x="1189791" y="-1767331"/>
                <a:chExt cx="904284" cy="865933"/>
              </a:xfrm>
            </p:grpSpPr>
            <p:sp>
              <p:nvSpPr>
                <p:cNvPr id="5226" name="Google Shape;5226;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7" name="Google Shape;5227;p127"/>
                <p:cNvGrpSpPr/>
                <p:nvPr/>
              </p:nvGrpSpPr>
              <p:grpSpPr>
                <a:xfrm>
                  <a:off x="1232795" y="-1740829"/>
                  <a:ext cx="717621" cy="717392"/>
                  <a:chOff x="1483457" y="3953671"/>
                  <a:chExt cx="717621" cy="717392"/>
                </a:xfrm>
              </p:grpSpPr>
              <p:sp>
                <p:nvSpPr>
                  <p:cNvPr id="5228" name="Google Shape;5228;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33" name="Google Shape;5233;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4" name="Google Shape;5234;p127"/>
          <p:cNvGrpSpPr/>
          <p:nvPr/>
        </p:nvGrpSpPr>
        <p:grpSpPr>
          <a:xfrm>
            <a:off x="-224248" y="3297090"/>
            <a:ext cx="605804" cy="2417785"/>
            <a:chOff x="-224248" y="3297090"/>
            <a:chExt cx="605804" cy="2417785"/>
          </a:xfrm>
        </p:grpSpPr>
        <p:grpSp>
          <p:nvGrpSpPr>
            <p:cNvPr id="5235" name="Google Shape;5235;p127"/>
            <p:cNvGrpSpPr/>
            <p:nvPr/>
          </p:nvGrpSpPr>
          <p:grpSpPr>
            <a:xfrm>
              <a:off x="143770" y="3630885"/>
              <a:ext cx="237785" cy="2083990"/>
              <a:chOff x="1040050" y="3812126"/>
              <a:chExt cx="208200" cy="1824700"/>
            </a:xfrm>
          </p:grpSpPr>
          <p:sp>
            <p:nvSpPr>
              <p:cNvPr id="5236" name="Google Shape;5236;p127"/>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127"/>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8" name="Google Shape;5238;p127"/>
            <p:cNvGrpSpPr/>
            <p:nvPr/>
          </p:nvGrpSpPr>
          <p:grpSpPr>
            <a:xfrm rot="10800000">
              <a:off x="-224248" y="3297090"/>
              <a:ext cx="439200" cy="439100"/>
              <a:chOff x="1101075" y="2142375"/>
              <a:chExt cx="439200" cy="439100"/>
            </a:xfrm>
          </p:grpSpPr>
          <p:sp>
            <p:nvSpPr>
              <p:cNvPr id="5239" name="Google Shape;5239;p12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12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41" name="Google Shape;5241;p127"/>
          <p:cNvGrpSpPr/>
          <p:nvPr/>
        </p:nvGrpSpPr>
        <p:grpSpPr>
          <a:xfrm>
            <a:off x="3585480" y="-1456810"/>
            <a:ext cx="3681465" cy="2759625"/>
            <a:chOff x="3585480" y="-1380610"/>
            <a:chExt cx="3681465" cy="2759625"/>
          </a:xfrm>
        </p:grpSpPr>
        <p:pic>
          <p:nvPicPr>
            <p:cNvPr id="5242" name="Google Shape;5242;p127"/>
            <p:cNvPicPr preferRelativeResize="0"/>
            <p:nvPr/>
          </p:nvPicPr>
          <p:blipFill rotWithShape="1">
            <a:blip r:embed="rId2">
              <a:alphaModFix/>
            </a:blip>
            <a:srcRect b="26177" l="16960" r="7121" t="24718"/>
            <a:stretch/>
          </p:blipFill>
          <p:spPr>
            <a:xfrm flipH="1" rot="10800000">
              <a:off x="3585480" y="-1380610"/>
              <a:ext cx="3615750" cy="2759625"/>
            </a:xfrm>
            <a:prstGeom prst="rect">
              <a:avLst/>
            </a:prstGeom>
            <a:noFill/>
            <a:ln>
              <a:noFill/>
            </a:ln>
          </p:spPr>
        </p:pic>
        <p:grpSp>
          <p:nvGrpSpPr>
            <p:cNvPr id="5243" name="Google Shape;5243;p127"/>
            <p:cNvGrpSpPr/>
            <p:nvPr/>
          </p:nvGrpSpPr>
          <p:grpSpPr>
            <a:xfrm>
              <a:off x="6590156" y="-232440"/>
              <a:ext cx="676790" cy="462843"/>
              <a:chOff x="39722" y="4349021"/>
              <a:chExt cx="1061964" cy="726143"/>
            </a:xfrm>
          </p:grpSpPr>
          <p:grpSp>
            <p:nvGrpSpPr>
              <p:cNvPr id="5244" name="Google Shape;5244;p127"/>
              <p:cNvGrpSpPr/>
              <p:nvPr/>
            </p:nvGrpSpPr>
            <p:grpSpPr>
              <a:xfrm rot="2700000">
                <a:off x="140502" y="4460924"/>
                <a:ext cx="524584" cy="502337"/>
                <a:chOff x="1189791" y="-1767331"/>
                <a:chExt cx="904284" cy="865933"/>
              </a:xfrm>
            </p:grpSpPr>
            <p:sp>
              <p:nvSpPr>
                <p:cNvPr id="5245" name="Google Shape;5245;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46" name="Google Shape;5246;p127"/>
                <p:cNvGrpSpPr/>
                <p:nvPr/>
              </p:nvGrpSpPr>
              <p:grpSpPr>
                <a:xfrm>
                  <a:off x="1232795" y="-1740829"/>
                  <a:ext cx="717621" cy="717392"/>
                  <a:chOff x="1483457" y="3953671"/>
                  <a:chExt cx="717621" cy="717392"/>
                </a:xfrm>
              </p:grpSpPr>
              <p:sp>
                <p:nvSpPr>
                  <p:cNvPr id="5247" name="Google Shape;5247;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0" name="Google Shape;5250;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1" name="Google Shape;5251;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52" name="Google Shape;5252;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3" name="Google Shape;5253;p127"/>
            <p:cNvGrpSpPr/>
            <p:nvPr/>
          </p:nvGrpSpPr>
          <p:grpSpPr>
            <a:xfrm>
              <a:off x="6003005" y="-274104"/>
              <a:ext cx="799446" cy="546640"/>
              <a:chOff x="39722" y="4349021"/>
              <a:chExt cx="1061964" cy="726143"/>
            </a:xfrm>
          </p:grpSpPr>
          <p:grpSp>
            <p:nvGrpSpPr>
              <p:cNvPr id="5254" name="Google Shape;5254;p127"/>
              <p:cNvGrpSpPr/>
              <p:nvPr/>
            </p:nvGrpSpPr>
            <p:grpSpPr>
              <a:xfrm rot="2700000">
                <a:off x="140502" y="4460924"/>
                <a:ext cx="524584" cy="502337"/>
                <a:chOff x="1189791" y="-1767331"/>
                <a:chExt cx="904284" cy="865933"/>
              </a:xfrm>
            </p:grpSpPr>
            <p:sp>
              <p:nvSpPr>
                <p:cNvPr id="5255" name="Google Shape;5255;p127"/>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6" name="Google Shape;5256;p127"/>
                <p:cNvGrpSpPr/>
                <p:nvPr/>
              </p:nvGrpSpPr>
              <p:grpSpPr>
                <a:xfrm>
                  <a:off x="1232795" y="-1740829"/>
                  <a:ext cx="717621" cy="717392"/>
                  <a:chOff x="1483457" y="3953671"/>
                  <a:chExt cx="717621" cy="717392"/>
                </a:xfrm>
              </p:grpSpPr>
              <p:sp>
                <p:nvSpPr>
                  <p:cNvPr id="5257" name="Google Shape;5257;p127"/>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127"/>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127"/>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0" name="Google Shape;5260;p127"/>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1" name="Google Shape;5261;p127"/>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62" name="Google Shape;5262;p127"/>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263" name="Shape 5263"/>
        <p:cNvGrpSpPr/>
        <p:nvPr/>
      </p:nvGrpSpPr>
      <p:grpSpPr>
        <a:xfrm>
          <a:off x="0" y="0"/>
          <a:ext cx="0" cy="0"/>
          <a:chOff x="0" y="0"/>
          <a:chExt cx="0" cy="0"/>
        </a:xfrm>
      </p:grpSpPr>
      <p:sp>
        <p:nvSpPr>
          <p:cNvPr id="5264" name="Google Shape;5264;p1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265" name="Google Shape;5265;p128"/>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66" name="Google Shape;5266;p128"/>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267" name="Google Shape;5267;p128"/>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268" name="Google Shape;5268;p128"/>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269" name="Google Shape;5269;p128"/>
          <p:cNvGrpSpPr/>
          <p:nvPr/>
        </p:nvGrpSpPr>
        <p:grpSpPr>
          <a:xfrm flipH="1" rot="-5400000">
            <a:off x="6239121" y="1032770"/>
            <a:ext cx="5022035" cy="4764449"/>
            <a:chOff x="4571996" y="2268220"/>
            <a:chExt cx="5022035" cy="4764449"/>
          </a:xfrm>
        </p:grpSpPr>
        <p:pic>
          <p:nvPicPr>
            <p:cNvPr id="5270" name="Google Shape;5270;p128"/>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5271" name="Google Shape;5271;p128"/>
            <p:cNvGrpSpPr/>
            <p:nvPr/>
          </p:nvGrpSpPr>
          <p:grpSpPr>
            <a:xfrm rot="10800000">
              <a:off x="4571996" y="2268220"/>
              <a:ext cx="5022035" cy="4764449"/>
              <a:chOff x="-494406" y="-1584825"/>
              <a:chExt cx="4397193" cy="4171657"/>
            </a:xfrm>
          </p:grpSpPr>
          <p:grpSp>
            <p:nvGrpSpPr>
              <p:cNvPr id="5272" name="Google Shape;5272;p128"/>
              <p:cNvGrpSpPr/>
              <p:nvPr/>
            </p:nvGrpSpPr>
            <p:grpSpPr>
              <a:xfrm>
                <a:off x="245875" y="-51824"/>
                <a:ext cx="208200" cy="1824700"/>
                <a:chOff x="1040050" y="3812126"/>
                <a:chExt cx="208200" cy="1824700"/>
              </a:xfrm>
            </p:grpSpPr>
            <p:sp>
              <p:nvSpPr>
                <p:cNvPr id="5273" name="Google Shape;5273;p128"/>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4" name="Google Shape;5274;p128"/>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5" name="Google Shape;5275;p128"/>
              <p:cNvGrpSpPr/>
              <p:nvPr/>
            </p:nvGrpSpPr>
            <p:grpSpPr>
              <a:xfrm rot="-8100000">
                <a:off x="540898" y="-1172741"/>
                <a:ext cx="2552124" cy="3347490"/>
                <a:chOff x="2976325" y="908175"/>
                <a:chExt cx="4028179" cy="5283555"/>
              </a:xfrm>
            </p:grpSpPr>
            <p:sp>
              <p:nvSpPr>
                <p:cNvPr id="5276" name="Google Shape;5276;p128"/>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128"/>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128"/>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9" name="Google Shape;5279;p128"/>
              <p:cNvGrpSpPr/>
              <p:nvPr/>
            </p:nvGrpSpPr>
            <p:grpSpPr>
              <a:xfrm>
                <a:off x="-1" y="621223"/>
                <a:ext cx="699940" cy="478601"/>
                <a:chOff x="39722" y="4349021"/>
                <a:chExt cx="1061964" cy="726143"/>
              </a:xfrm>
            </p:grpSpPr>
            <p:grpSp>
              <p:nvGrpSpPr>
                <p:cNvPr id="5280" name="Google Shape;5280;p128"/>
                <p:cNvGrpSpPr/>
                <p:nvPr/>
              </p:nvGrpSpPr>
              <p:grpSpPr>
                <a:xfrm rot="2700000">
                  <a:off x="140502" y="4460924"/>
                  <a:ext cx="524584" cy="502337"/>
                  <a:chOff x="1189791" y="-1767331"/>
                  <a:chExt cx="904284" cy="865933"/>
                </a:xfrm>
              </p:grpSpPr>
              <p:sp>
                <p:nvSpPr>
                  <p:cNvPr id="5281" name="Google Shape;5281;p1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2" name="Google Shape;5282;p128"/>
                  <p:cNvGrpSpPr/>
                  <p:nvPr/>
                </p:nvGrpSpPr>
                <p:grpSpPr>
                  <a:xfrm>
                    <a:off x="1232795" y="-1740829"/>
                    <a:ext cx="717621" cy="717392"/>
                    <a:chOff x="1483457" y="3953671"/>
                    <a:chExt cx="717621" cy="717392"/>
                  </a:xfrm>
                </p:grpSpPr>
                <p:sp>
                  <p:nvSpPr>
                    <p:cNvPr id="5283" name="Google Shape;5283;p1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1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5" name="Google Shape;5285;p1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6" name="Google Shape;5286;p1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7" name="Google Shape;5287;p1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88" name="Google Shape;5288;p1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9" name="Google Shape;5289;p128"/>
              <p:cNvGrpSpPr/>
              <p:nvPr/>
            </p:nvGrpSpPr>
            <p:grpSpPr>
              <a:xfrm>
                <a:off x="955673" y="11"/>
                <a:ext cx="592576" cy="405260"/>
                <a:chOff x="39722" y="4349021"/>
                <a:chExt cx="1061964" cy="726143"/>
              </a:xfrm>
            </p:grpSpPr>
            <p:grpSp>
              <p:nvGrpSpPr>
                <p:cNvPr id="5290" name="Google Shape;5290;p128"/>
                <p:cNvGrpSpPr/>
                <p:nvPr/>
              </p:nvGrpSpPr>
              <p:grpSpPr>
                <a:xfrm rot="2700000">
                  <a:off x="140502" y="4460924"/>
                  <a:ext cx="524584" cy="502337"/>
                  <a:chOff x="1189791" y="-1767331"/>
                  <a:chExt cx="904284" cy="865933"/>
                </a:xfrm>
              </p:grpSpPr>
              <p:sp>
                <p:nvSpPr>
                  <p:cNvPr id="5291" name="Google Shape;5291;p1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92" name="Google Shape;5292;p128"/>
                  <p:cNvGrpSpPr/>
                  <p:nvPr/>
                </p:nvGrpSpPr>
                <p:grpSpPr>
                  <a:xfrm>
                    <a:off x="1232795" y="-1740829"/>
                    <a:ext cx="717621" cy="717392"/>
                    <a:chOff x="1483457" y="3953671"/>
                    <a:chExt cx="717621" cy="717392"/>
                  </a:xfrm>
                </p:grpSpPr>
                <p:sp>
                  <p:nvSpPr>
                    <p:cNvPr id="5293" name="Google Shape;5293;p1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1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1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1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1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298" name="Google Shape;5298;p1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9" name="Google Shape;5299;p128"/>
              <p:cNvGrpSpPr/>
              <p:nvPr/>
            </p:nvGrpSpPr>
            <p:grpSpPr>
              <a:xfrm>
                <a:off x="441574" y="-36652"/>
                <a:ext cx="699940" cy="478601"/>
                <a:chOff x="39722" y="4349021"/>
                <a:chExt cx="1061964" cy="726143"/>
              </a:xfrm>
            </p:grpSpPr>
            <p:grpSp>
              <p:nvGrpSpPr>
                <p:cNvPr id="5300" name="Google Shape;5300;p128"/>
                <p:cNvGrpSpPr/>
                <p:nvPr/>
              </p:nvGrpSpPr>
              <p:grpSpPr>
                <a:xfrm rot="2700000">
                  <a:off x="140502" y="4460924"/>
                  <a:ext cx="524584" cy="502337"/>
                  <a:chOff x="1189791" y="-1767331"/>
                  <a:chExt cx="904284" cy="865933"/>
                </a:xfrm>
              </p:grpSpPr>
              <p:sp>
                <p:nvSpPr>
                  <p:cNvPr id="5301" name="Google Shape;5301;p128"/>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2" name="Google Shape;5302;p128"/>
                  <p:cNvGrpSpPr/>
                  <p:nvPr/>
                </p:nvGrpSpPr>
                <p:grpSpPr>
                  <a:xfrm>
                    <a:off x="1232795" y="-1740829"/>
                    <a:ext cx="717621" cy="717392"/>
                    <a:chOff x="1483457" y="3953671"/>
                    <a:chExt cx="717621" cy="717392"/>
                  </a:xfrm>
                </p:grpSpPr>
                <p:sp>
                  <p:nvSpPr>
                    <p:cNvPr id="5303" name="Google Shape;5303;p128"/>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4" name="Google Shape;5304;p128"/>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128"/>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128"/>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128"/>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08" name="Google Shape;5308;p128"/>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9" name="Google Shape;5309;p128"/>
              <p:cNvGrpSpPr/>
              <p:nvPr/>
            </p:nvGrpSpPr>
            <p:grpSpPr>
              <a:xfrm>
                <a:off x="-494406" y="-252396"/>
                <a:ext cx="1741563" cy="1288563"/>
                <a:chOff x="-494406" y="-252396"/>
                <a:chExt cx="1741563" cy="1288563"/>
              </a:xfrm>
            </p:grpSpPr>
            <p:sp>
              <p:nvSpPr>
                <p:cNvPr id="5310" name="Google Shape;5310;p128"/>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128"/>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12" name="Google Shape;5312;p128"/>
            <p:cNvGrpSpPr/>
            <p:nvPr/>
          </p:nvGrpSpPr>
          <p:grpSpPr>
            <a:xfrm>
              <a:off x="5643425" y="4968525"/>
              <a:ext cx="439200" cy="439100"/>
              <a:chOff x="1101075" y="2142375"/>
              <a:chExt cx="439200" cy="439100"/>
            </a:xfrm>
          </p:grpSpPr>
          <p:sp>
            <p:nvSpPr>
              <p:cNvPr id="5313" name="Google Shape;5313;p1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1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5315" name="Google Shape;5315;p128"/>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5316" name="Google Shape;5316;p128"/>
          <p:cNvGrpSpPr/>
          <p:nvPr/>
        </p:nvGrpSpPr>
        <p:grpSpPr>
          <a:xfrm rot="10800000">
            <a:off x="6045700" y="237976"/>
            <a:ext cx="4558967" cy="134100"/>
            <a:chOff x="796100" y="3019701"/>
            <a:chExt cx="4558967" cy="134100"/>
          </a:xfrm>
        </p:grpSpPr>
        <p:sp>
          <p:nvSpPr>
            <p:cNvPr id="5317" name="Google Shape;5317;p1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18" name="Google Shape;5318;p1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319" name="Google Shape;5319;p1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0" name="Google Shape;5320;p128"/>
          <p:cNvGrpSpPr/>
          <p:nvPr/>
        </p:nvGrpSpPr>
        <p:grpSpPr>
          <a:xfrm>
            <a:off x="-1143750" y="3925887"/>
            <a:ext cx="4558967" cy="1517787"/>
            <a:chOff x="-1143750" y="3849687"/>
            <a:chExt cx="4558967" cy="1517787"/>
          </a:xfrm>
        </p:grpSpPr>
        <p:grpSp>
          <p:nvGrpSpPr>
            <p:cNvPr id="5321" name="Google Shape;5321;p128"/>
            <p:cNvGrpSpPr/>
            <p:nvPr/>
          </p:nvGrpSpPr>
          <p:grpSpPr>
            <a:xfrm rot="5400000">
              <a:off x="-805838" y="4155104"/>
              <a:ext cx="1517787" cy="906953"/>
              <a:chOff x="-55500" y="4835979"/>
              <a:chExt cx="1517787" cy="906953"/>
            </a:xfrm>
          </p:grpSpPr>
          <p:sp>
            <p:nvSpPr>
              <p:cNvPr id="5322" name="Google Shape;5322;p128"/>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128"/>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4" name="Google Shape;5324;p128"/>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5" name="Google Shape;5325;p128"/>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6" name="Google Shape;5326;p128"/>
            <p:cNvGrpSpPr/>
            <p:nvPr/>
          </p:nvGrpSpPr>
          <p:grpSpPr>
            <a:xfrm>
              <a:off x="-549966" y="3946426"/>
              <a:ext cx="2833357" cy="1421047"/>
              <a:chOff x="-677366" y="4067276"/>
              <a:chExt cx="2833357" cy="1421047"/>
            </a:xfrm>
          </p:grpSpPr>
          <p:sp>
            <p:nvSpPr>
              <p:cNvPr id="5327" name="Google Shape;5327;p128"/>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8" name="Google Shape;5328;p128"/>
              <p:cNvGrpSpPr/>
              <p:nvPr/>
            </p:nvGrpSpPr>
            <p:grpSpPr>
              <a:xfrm>
                <a:off x="317735" y="4614472"/>
                <a:ext cx="161977" cy="161940"/>
                <a:chOff x="1101075" y="2142375"/>
                <a:chExt cx="439200" cy="439100"/>
              </a:xfrm>
            </p:grpSpPr>
            <p:sp>
              <p:nvSpPr>
                <p:cNvPr id="5329" name="Google Shape;5329;p1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1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1" name="Google Shape;5331;p128"/>
              <p:cNvGrpSpPr/>
              <p:nvPr/>
            </p:nvGrpSpPr>
            <p:grpSpPr>
              <a:xfrm rot="10800000">
                <a:off x="1700151" y="5032693"/>
                <a:ext cx="161977" cy="161940"/>
                <a:chOff x="1101075" y="2142375"/>
                <a:chExt cx="439200" cy="439100"/>
              </a:xfrm>
            </p:grpSpPr>
            <p:sp>
              <p:nvSpPr>
                <p:cNvPr id="5332" name="Google Shape;5332;p1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1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34" name="Google Shape;5334;p128"/>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5" name="Google Shape;5335;p128"/>
            <p:cNvGrpSpPr/>
            <p:nvPr/>
          </p:nvGrpSpPr>
          <p:grpSpPr>
            <a:xfrm>
              <a:off x="-1143750" y="4741576"/>
              <a:ext cx="4558967" cy="134100"/>
              <a:chOff x="796100" y="3019701"/>
              <a:chExt cx="4558967" cy="134100"/>
            </a:xfrm>
          </p:grpSpPr>
          <p:sp>
            <p:nvSpPr>
              <p:cNvPr id="5336" name="Google Shape;5336;p1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37" name="Google Shape;5337;p1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338" name="Google Shape;5338;p1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339" name="Shape 5339"/>
        <p:cNvGrpSpPr/>
        <p:nvPr/>
      </p:nvGrpSpPr>
      <p:grpSpPr>
        <a:xfrm>
          <a:off x="0" y="0"/>
          <a:ext cx="0" cy="0"/>
          <a:chOff x="0" y="0"/>
          <a:chExt cx="0" cy="0"/>
        </a:xfrm>
      </p:grpSpPr>
      <p:grpSp>
        <p:nvGrpSpPr>
          <p:cNvPr id="5340" name="Google Shape;5340;p129"/>
          <p:cNvGrpSpPr/>
          <p:nvPr/>
        </p:nvGrpSpPr>
        <p:grpSpPr>
          <a:xfrm>
            <a:off x="7059553" y="-2136808"/>
            <a:ext cx="4192757" cy="4558967"/>
            <a:chOff x="6983353" y="-2136808"/>
            <a:chExt cx="4192757" cy="4558967"/>
          </a:xfrm>
        </p:grpSpPr>
        <p:grpSp>
          <p:nvGrpSpPr>
            <p:cNvPr id="5341" name="Google Shape;5341;p129"/>
            <p:cNvGrpSpPr/>
            <p:nvPr/>
          </p:nvGrpSpPr>
          <p:grpSpPr>
            <a:xfrm rot="-509296">
              <a:off x="7187207" y="-982000"/>
              <a:ext cx="3785049" cy="3043008"/>
              <a:chOff x="7103825" y="-713112"/>
              <a:chExt cx="3785226" cy="3043150"/>
            </a:xfrm>
          </p:grpSpPr>
          <p:sp>
            <p:nvSpPr>
              <p:cNvPr id="5342" name="Google Shape;5342;p129"/>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43" name="Google Shape;5343;p129"/>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5344" name="Google Shape;5344;p129"/>
            <p:cNvGrpSpPr/>
            <p:nvPr/>
          </p:nvGrpSpPr>
          <p:grpSpPr>
            <a:xfrm rot="5400000">
              <a:off x="6489450" y="75626"/>
              <a:ext cx="4558967" cy="134100"/>
              <a:chOff x="796100" y="3019701"/>
              <a:chExt cx="4558967" cy="134100"/>
            </a:xfrm>
          </p:grpSpPr>
          <p:sp>
            <p:nvSpPr>
              <p:cNvPr id="5345" name="Google Shape;5345;p12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346" name="Google Shape;5346;p12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347" name="Google Shape;5347;p12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48" name="Google Shape;5348;p129"/>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49" name="Google Shape;5349;p129"/>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50" name="Google Shape;5350;p129"/>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51" name="Google Shape;5351;p1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52" name="Google Shape;5352;p129"/>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353" name="Google Shape;5353;p129"/>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354" name="Google Shape;5354;p129"/>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355" name="Google Shape;5355;p129"/>
          <p:cNvGrpSpPr/>
          <p:nvPr/>
        </p:nvGrpSpPr>
        <p:grpSpPr>
          <a:xfrm>
            <a:off x="6067575" y="2796625"/>
            <a:ext cx="4006263" cy="4771152"/>
            <a:chOff x="5915175" y="2339425"/>
            <a:chExt cx="4006263" cy="4771152"/>
          </a:xfrm>
        </p:grpSpPr>
        <p:sp>
          <p:nvSpPr>
            <p:cNvPr id="5356" name="Google Shape;5356;p129"/>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129"/>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8" name="Google Shape;5358;p129"/>
            <p:cNvGrpSpPr/>
            <p:nvPr/>
          </p:nvGrpSpPr>
          <p:grpSpPr>
            <a:xfrm>
              <a:off x="7520550" y="4608575"/>
              <a:ext cx="582050" cy="582425"/>
              <a:chOff x="959750" y="3039275"/>
              <a:chExt cx="582050" cy="582425"/>
            </a:xfrm>
          </p:grpSpPr>
          <p:sp>
            <p:nvSpPr>
              <p:cNvPr id="5359" name="Google Shape;5359;p12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12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12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12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12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4" name="Google Shape;5364;p12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5" name="Google Shape;5365;p12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6" name="Google Shape;5366;p129"/>
            <p:cNvGrpSpPr/>
            <p:nvPr/>
          </p:nvGrpSpPr>
          <p:grpSpPr>
            <a:xfrm>
              <a:off x="8484675" y="3658275"/>
              <a:ext cx="582050" cy="582425"/>
              <a:chOff x="959750" y="3039275"/>
              <a:chExt cx="582050" cy="582425"/>
            </a:xfrm>
          </p:grpSpPr>
          <p:sp>
            <p:nvSpPr>
              <p:cNvPr id="5367" name="Google Shape;5367;p12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12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9" name="Google Shape;5369;p12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0" name="Google Shape;5370;p12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1" name="Google Shape;5371;p12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12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12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74" name="Google Shape;5374;p129"/>
          <p:cNvGrpSpPr/>
          <p:nvPr/>
        </p:nvGrpSpPr>
        <p:grpSpPr>
          <a:xfrm>
            <a:off x="-235366" y="3828554"/>
            <a:ext cx="5249359" cy="2992224"/>
            <a:chOff x="-258616" y="3430829"/>
            <a:chExt cx="5249359" cy="2992224"/>
          </a:xfrm>
        </p:grpSpPr>
        <p:pic>
          <p:nvPicPr>
            <p:cNvPr id="5375" name="Google Shape;5375;p129"/>
            <p:cNvPicPr preferRelativeResize="0"/>
            <p:nvPr/>
          </p:nvPicPr>
          <p:blipFill rotWithShape="1">
            <a:blip r:embed="rId3">
              <a:alphaModFix/>
            </a:blip>
            <a:srcRect b="26177" l="16960" r="7121" t="24718"/>
            <a:stretch/>
          </p:blipFill>
          <p:spPr>
            <a:xfrm>
              <a:off x="1070243" y="3430829"/>
              <a:ext cx="3920501" cy="2992224"/>
            </a:xfrm>
            <a:prstGeom prst="rect">
              <a:avLst/>
            </a:prstGeom>
            <a:noFill/>
            <a:ln>
              <a:noFill/>
            </a:ln>
          </p:spPr>
        </p:pic>
        <p:sp>
          <p:nvSpPr>
            <p:cNvPr id="5376" name="Google Shape;5376;p129"/>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129"/>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129"/>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129"/>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129"/>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1" name="Google Shape;5381;p129"/>
            <p:cNvGrpSpPr/>
            <p:nvPr/>
          </p:nvGrpSpPr>
          <p:grpSpPr>
            <a:xfrm>
              <a:off x="736485" y="4387072"/>
              <a:ext cx="161977" cy="161940"/>
              <a:chOff x="1101075" y="2142375"/>
              <a:chExt cx="439200" cy="439100"/>
            </a:xfrm>
          </p:grpSpPr>
          <p:sp>
            <p:nvSpPr>
              <p:cNvPr id="5382" name="Google Shape;5382;p1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1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4" name="Google Shape;5384;p129"/>
            <p:cNvGrpSpPr/>
            <p:nvPr/>
          </p:nvGrpSpPr>
          <p:grpSpPr>
            <a:xfrm rot="10800000">
              <a:off x="2118901" y="4805293"/>
              <a:ext cx="161977" cy="161940"/>
              <a:chOff x="1101075" y="2142375"/>
              <a:chExt cx="439200" cy="439100"/>
            </a:xfrm>
          </p:grpSpPr>
          <p:sp>
            <p:nvSpPr>
              <p:cNvPr id="5385" name="Google Shape;5385;p1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1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87" name="Google Shape;5387;p129"/>
          <p:cNvGrpSpPr/>
          <p:nvPr/>
        </p:nvGrpSpPr>
        <p:grpSpPr>
          <a:xfrm>
            <a:off x="-515563" y="-797996"/>
            <a:ext cx="1433417" cy="2584783"/>
            <a:chOff x="-363163" y="-645596"/>
            <a:chExt cx="1433417" cy="2584783"/>
          </a:xfrm>
        </p:grpSpPr>
        <p:grpSp>
          <p:nvGrpSpPr>
            <p:cNvPr id="5388" name="Google Shape;5388;p129"/>
            <p:cNvGrpSpPr/>
            <p:nvPr/>
          </p:nvGrpSpPr>
          <p:grpSpPr>
            <a:xfrm rot="10800000">
              <a:off x="-64595" y="-645596"/>
              <a:ext cx="1134849" cy="2370191"/>
              <a:chOff x="-575575" y="3685599"/>
              <a:chExt cx="1421048" cy="2967932"/>
            </a:xfrm>
          </p:grpSpPr>
          <p:sp>
            <p:nvSpPr>
              <p:cNvPr id="5389" name="Google Shape;5389;p129"/>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129"/>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1" name="Google Shape;5391;p129"/>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129"/>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3" name="Google Shape;5393;p129"/>
            <p:cNvGrpSpPr/>
            <p:nvPr/>
          </p:nvGrpSpPr>
          <p:grpSpPr>
            <a:xfrm flipH="1" rot="-2700000">
              <a:off x="-216370" y="1084101"/>
              <a:ext cx="708093" cy="708493"/>
              <a:chOff x="3678700" y="407275"/>
              <a:chExt cx="708100" cy="708500"/>
            </a:xfrm>
          </p:grpSpPr>
          <p:sp>
            <p:nvSpPr>
              <p:cNvPr id="5394" name="Google Shape;5394;p12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12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12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12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12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12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12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5401" name="Shape 5401"/>
        <p:cNvGrpSpPr/>
        <p:nvPr/>
      </p:nvGrpSpPr>
      <p:grpSpPr>
        <a:xfrm>
          <a:off x="0" y="0"/>
          <a:ext cx="0" cy="0"/>
          <a:chOff x="0" y="0"/>
          <a:chExt cx="0" cy="0"/>
        </a:xfrm>
      </p:grpSpPr>
      <p:sp>
        <p:nvSpPr>
          <p:cNvPr id="5402" name="Google Shape;5402;p130"/>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03" name="Google Shape;5403;p130"/>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04" name="Google Shape;5404;p130"/>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05" name="Google Shape;5405;p13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406" name="Google Shape;5406;p130"/>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07" name="Google Shape;5407;p130"/>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08" name="Google Shape;5408;p130"/>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09" name="Google Shape;5409;p130"/>
          <p:cNvSpPr/>
          <p:nvPr>
            <p:ph idx="7" type="pic"/>
          </p:nvPr>
        </p:nvSpPr>
        <p:spPr>
          <a:xfrm>
            <a:off x="720000" y="1236800"/>
            <a:ext cx="1981800" cy="1662300"/>
          </a:xfrm>
          <a:prstGeom prst="snip1Rect">
            <a:avLst>
              <a:gd fmla="val 16667" name="adj"/>
            </a:avLst>
          </a:prstGeom>
          <a:noFill/>
          <a:ln>
            <a:noFill/>
          </a:ln>
        </p:spPr>
      </p:sp>
      <p:sp>
        <p:nvSpPr>
          <p:cNvPr id="5410" name="Google Shape;5410;p130"/>
          <p:cNvSpPr/>
          <p:nvPr>
            <p:ph idx="8" type="pic"/>
          </p:nvPr>
        </p:nvSpPr>
        <p:spPr>
          <a:xfrm>
            <a:off x="3584475" y="1236800"/>
            <a:ext cx="1981800" cy="1662300"/>
          </a:xfrm>
          <a:prstGeom prst="snip1Rect">
            <a:avLst>
              <a:gd fmla="val 16667" name="adj"/>
            </a:avLst>
          </a:prstGeom>
          <a:noFill/>
          <a:ln>
            <a:noFill/>
          </a:ln>
        </p:spPr>
      </p:sp>
      <p:sp>
        <p:nvSpPr>
          <p:cNvPr id="5411" name="Google Shape;5411;p130"/>
          <p:cNvSpPr/>
          <p:nvPr>
            <p:ph idx="9" type="pic"/>
          </p:nvPr>
        </p:nvSpPr>
        <p:spPr>
          <a:xfrm>
            <a:off x="6448950" y="1236800"/>
            <a:ext cx="1981800" cy="1662300"/>
          </a:xfrm>
          <a:prstGeom prst="snip1Rect">
            <a:avLst>
              <a:gd fmla="val 16667" name="adj"/>
            </a:avLst>
          </a:prstGeom>
          <a:noFill/>
          <a:ln>
            <a:noFill/>
          </a:ln>
        </p:spPr>
      </p:sp>
      <p:grpSp>
        <p:nvGrpSpPr>
          <p:cNvPr id="5412" name="Google Shape;5412;p130"/>
          <p:cNvGrpSpPr/>
          <p:nvPr/>
        </p:nvGrpSpPr>
        <p:grpSpPr>
          <a:xfrm>
            <a:off x="-928041" y="3925887"/>
            <a:ext cx="2833357" cy="1517787"/>
            <a:chOff x="-623241" y="3849687"/>
            <a:chExt cx="2833357" cy="1517787"/>
          </a:xfrm>
        </p:grpSpPr>
        <p:grpSp>
          <p:nvGrpSpPr>
            <p:cNvPr id="5413" name="Google Shape;5413;p130"/>
            <p:cNvGrpSpPr/>
            <p:nvPr/>
          </p:nvGrpSpPr>
          <p:grpSpPr>
            <a:xfrm rot="5400000">
              <a:off x="-879113" y="4155104"/>
              <a:ext cx="1517787" cy="906953"/>
              <a:chOff x="-55500" y="4835979"/>
              <a:chExt cx="1517787" cy="906953"/>
            </a:xfrm>
          </p:grpSpPr>
          <p:sp>
            <p:nvSpPr>
              <p:cNvPr id="5414" name="Google Shape;5414;p13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5" name="Google Shape;5415;p13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6" name="Google Shape;5416;p13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7" name="Google Shape;5417;p13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18" name="Google Shape;5418;p130"/>
            <p:cNvGrpSpPr/>
            <p:nvPr/>
          </p:nvGrpSpPr>
          <p:grpSpPr>
            <a:xfrm>
              <a:off x="-623241" y="3946426"/>
              <a:ext cx="2833357" cy="1421047"/>
              <a:chOff x="-677366" y="4067276"/>
              <a:chExt cx="2833357" cy="1421047"/>
            </a:xfrm>
          </p:grpSpPr>
          <p:sp>
            <p:nvSpPr>
              <p:cNvPr id="5419" name="Google Shape;5419;p13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0" name="Google Shape;5420;p130"/>
              <p:cNvGrpSpPr/>
              <p:nvPr/>
            </p:nvGrpSpPr>
            <p:grpSpPr>
              <a:xfrm>
                <a:off x="317735" y="4614472"/>
                <a:ext cx="161977" cy="161940"/>
                <a:chOff x="1101075" y="2142375"/>
                <a:chExt cx="439200" cy="439100"/>
              </a:xfrm>
            </p:grpSpPr>
            <p:sp>
              <p:nvSpPr>
                <p:cNvPr id="5421" name="Google Shape;5421;p1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1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3" name="Google Shape;5423;p130"/>
              <p:cNvGrpSpPr/>
              <p:nvPr/>
            </p:nvGrpSpPr>
            <p:grpSpPr>
              <a:xfrm rot="10800000">
                <a:off x="1700151" y="5032693"/>
                <a:ext cx="161977" cy="161940"/>
                <a:chOff x="1101075" y="2142375"/>
                <a:chExt cx="439200" cy="439100"/>
              </a:xfrm>
            </p:grpSpPr>
            <p:sp>
              <p:nvSpPr>
                <p:cNvPr id="5424" name="Google Shape;5424;p1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1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26" name="Google Shape;5426;p130"/>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7" name="Google Shape;5427;p130"/>
          <p:cNvGrpSpPr/>
          <p:nvPr/>
        </p:nvGrpSpPr>
        <p:grpSpPr>
          <a:xfrm>
            <a:off x="6400125" y="-1754449"/>
            <a:ext cx="4189199" cy="3065874"/>
            <a:chOff x="6171525" y="-1678249"/>
            <a:chExt cx="4189199" cy="3065874"/>
          </a:xfrm>
        </p:grpSpPr>
        <p:sp>
          <p:nvSpPr>
            <p:cNvPr id="5428" name="Google Shape;5428;p130"/>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29" name="Google Shape;5429;p130"/>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5430" name="Google Shape;5430;p130"/>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1" name="Google Shape;5431;p130"/>
            <p:cNvGrpSpPr/>
            <p:nvPr/>
          </p:nvGrpSpPr>
          <p:grpSpPr>
            <a:xfrm rot="-2700000">
              <a:off x="8302147" y="61289"/>
              <a:ext cx="582044" cy="582419"/>
              <a:chOff x="959750" y="3039275"/>
              <a:chExt cx="582050" cy="582425"/>
            </a:xfrm>
          </p:grpSpPr>
          <p:sp>
            <p:nvSpPr>
              <p:cNvPr id="5432" name="Google Shape;5432;p1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3" name="Google Shape;5433;p1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1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1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1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1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1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9" name="Google Shape;5439;p130"/>
            <p:cNvGrpSpPr/>
            <p:nvPr/>
          </p:nvGrpSpPr>
          <p:grpSpPr>
            <a:xfrm rot="-2700000">
              <a:off x="8551447" y="61289"/>
              <a:ext cx="582044" cy="582419"/>
              <a:chOff x="959750" y="3039275"/>
              <a:chExt cx="582050" cy="582425"/>
            </a:xfrm>
          </p:grpSpPr>
          <p:sp>
            <p:nvSpPr>
              <p:cNvPr id="5440" name="Google Shape;5440;p1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1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1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1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1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1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6" name="Google Shape;5446;p1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47" name="Google Shape;5447;p130"/>
          <p:cNvGrpSpPr/>
          <p:nvPr/>
        </p:nvGrpSpPr>
        <p:grpSpPr>
          <a:xfrm rot="2700000">
            <a:off x="8945322" y="2352177"/>
            <a:ext cx="439196" cy="439096"/>
            <a:chOff x="1101075" y="2142375"/>
            <a:chExt cx="439200" cy="439100"/>
          </a:xfrm>
        </p:grpSpPr>
        <p:sp>
          <p:nvSpPr>
            <p:cNvPr id="5448" name="Google Shape;5448;p1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1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0" name="Google Shape;5450;p130"/>
          <p:cNvGrpSpPr/>
          <p:nvPr/>
        </p:nvGrpSpPr>
        <p:grpSpPr>
          <a:xfrm rot="10800000">
            <a:off x="4995775" y="180626"/>
            <a:ext cx="4558967" cy="134100"/>
            <a:chOff x="796100" y="3019701"/>
            <a:chExt cx="4558967" cy="134100"/>
          </a:xfrm>
        </p:grpSpPr>
        <p:sp>
          <p:nvSpPr>
            <p:cNvPr id="5451" name="Google Shape;5451;p13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52" name="Google Shape;5452;p13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453" name="Google Shape;5453;p13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454" name="Shape 5454"/>
        <p:cNvGrpSpPr/>
        <p:nvPr/>
      </p:nvGrpSpPr>
      <p:grpSpPr>
        <a:xfrm>
          <a:off x="0" y="0"/>
          <a:ext cx="0" cy="0"/>
          <a:chOff x="0" y="0"/>
          <a:chExt cx="0" cy="0"/>
        </a:xfrm>
      </p:grpSpPr>
      <p:sp>
        <p:nvSpPr>
          <p:cNvPr id="5455" name="Google Shape;5455;p1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456" name="Google Shape;5456;p131"/>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57" name="Google Shape;5457;p131"/>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58" name="Google Shape;5458;p131"/>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59" name="Google Shape;5459;p131"/>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60" name="Google Shape;5460;p131"/>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61" name="Google Shape;5461;p131"/>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62" name="Google Shape;5462;p131"/>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463" name="Google Shape;5463;p131"/>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464" name="Google Shape;5464;p131"/>
          <p:cNvGrpSpPr/>
          <p:nvPr/>
        </p:nvGrpSpPr>
        <p:grpSpPr>
          <a:xfrm>
            <a:off x="-2902027" y="1271890"/>
            <a:ext cx="6191222" cy="6191222"/>
            <a:chOff x="-2825827" y="1271890"/>
            <a:chExt cx="6191222" cy="6191222"/>
          </a:xfrm>
        </p:grpSpPr>
        <p:pic>
          <p:nvPicPr>
            <p:cNvPr id="5465" name="Google Shape;5465;p131"/>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5466" name="Google Shape;5466;p131"/>
            <p:cNvGrpSpPr/>
            <p:nvPr/>
          </p:nvGrpSpPr>
          <p:grpSpPr>
            <a:xfrm>
              <a:off x="-2825827" y="1271890"/>
              <a:ext cx="6191222" cy="6191222"/>
              <a:chOff x="-2825827" y="1271890"/>
              <a:chExt cx="6191222" cy="6191222"/>
            </a:xfrm>
          </p:grpSpPr>
          <p:sp>
            <p:nvSpPr>
              <p:cNvPr id="5467" name="Google Shape;5467;p131"/>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131"/>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9" name="Google Shape;5469;p131"/>
              <p:cNvGrpSpPr/>
              <p:nvPr/>
            </p:nvGrpSpPr>
            <p:grpSpPr>
              <a:xfrm rot="10800000">
                <a:off x="384881" y="3042905"/>
                <a:ext cx="134100" cy="134100"/>
                <a:chOff x="-1999139" y="3143772"/>
                <a:chExt cx="134100" cy="134100"/>
              </a:xfrm>
            </p:grpSpPr>
            <p:sp>
              <p:nvSpPr>
                <p:cNvPr id="5470" name="Google Shape;5470;p13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1" name="Google Shape;5471;p13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2" name="Google Shape;5472;p131"/>
              <p:cNvGrpSpPr/>
              <p:nvPr/>
            </p:nvGrpSpPr>
            <p:grpSpPr>
              <a:xfrm rot="10800000">
                <a:off x="146106" y="3710980"/>
                <a:ext cx="134100" cy="134100"/>
                <a:chOff x="-1999139" y="3143772"/>
                <a:chExt cx="134100" cy="134100"/>
              </a:xfrm>
            </p:grpSpPr>
            <p:sp>
              <p:nvSpPr>
                <p:cNvPr id="5473" name="Google Shape;5473;p13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13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75" name="Google Shape;5475;p131"/>
              <p:cNvGrpSpPr/>
              <p:nvPr/>
            </p:nvGrpSpPr>
            <p:grpSpPr>
              <a:xfrm>
                <a:off x="-102297" y="3780153"/>
                <a:ext cx="939901" cy="2449421"/>
                <a:chOff x="-102297" y="3780153"/>
                <a:chExt cx="939901" cy="2449421"/>
              </a:xfrm>
            </p:grpSpPr>
            <p:sp>
              <p:nvSpPr>
                <p:cNvPr id="5476" name="Google Shape;5476;p131"/>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131"/>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8" name="Google Shape;5478;p131"/>
                <p:cNvGrpSpPr/>
                <p:nvPr/>
              </p:nvGrpSpPr>
              <p:grpSpPr>
                <a:xfrm rot="10800000">
                  <a:off x="532825" y="5492502"/>
                  <a:ext cx="134004" cy="134004"/>
                  <a:chOff x="8356813" y="1074288"/>
                  <a:chExt cx="351900" cy="351900"/>
                </a:xfrm>
              </p:grpSpPr>
              <p:sp>
                <p:nvSpPr>
                  <p:cNvPr id="5479" name="Google Shape;5479;p13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13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5481" name="Google Shape;5481;p131"/>
          <p:cNvGrpSpPr/>
          <p:nvPr/>
        </p:nvGrpSpPr>
        <p:grpSpPr>
          <a:xfrm>
            <a:off x="5650173" y="-1036475"/>
            <a:ext cx="6191222" cy="6865137"/>
            <a:chOff x="5497773" y="-1036475"/>
            <a:chExt cx="6191222" cy="6865137"/>
          </a:xfrm>
        </p:grpSpPr>
        <p:grpSp>
          <p:nvGrpSpPr>
            <p:cNvPr id="5482" name="Google Shape;5482;p131"/>
            <p:cNvGrpSpPr/>
            <p:nvPr/>
          </p:nvGrpSpPr>
          <p:grpSpPr>
            <a:xfrm>
              <a:off x="5497773" y="-362560"/>
              <a:ext cx="6191222" cy="6191222"/>
              <a:chOff x="5584373" y="-362560"/>
              <a:chExt cx="6191222" cy="6191222"/>
            </a:xfrm>
          </p:grpSpPr>
          <p:grpSp>
            <p:nvGrpSpPr>
              <p:cNvPr id="5483" name="Google Shape;5483;p131"/>
              <p:cNvGrpSpPr/>
              <p:nvPr/>
            </p:nvGrpSpPr>
            <p:grpSpPr>
              <a:xfrm>
                <a:off x="5584373" y="-362560"/>
                <a:ext cx="6191222" cy="6191222"/>
                <a:chOff x="5443673" y="-405860"/>
                <a:chExt cx="6191222" cy="6191222"/>
              </a:xfrm>
            </p:grpSpPr>
            <p:sp>
              <p:nvSpPr>
                <p:cNvPr id="5484" name="Google Shape;5484;p131"/>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131"/>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6" name="Google Shape;5486;p131"/>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7" name="Google Shape;5487;p131"/>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8" name="Google Shape;5488;p131"/>
              <p:cNvGrpSpPr/>
              <p:nvPr/>
            </p:nvGrpSpPr>
            <p:grpSpPr>
              <a:xfrm>
                <a:off x="8430786" y="3923547"/>
                <a:ext cx="134100" cy="134100"/>
                <a:chOff x="-1999139" y="3143772"/>
                <a:chExt cx="134100" cy="134100"/>
              </a:xfrm>
            </p:grpSpPr>
            <p:sp>
              <p:nvSpPr>
                <p:cNvPr id="5489" name="Google Shape;5489;p13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13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1" name="Google Shape;5491;p131"/>
              <p:cNvGrpSpPr/>
              <p:nvPr/>
            </p:nvGrpSpPr>
            <p:grpSpPr>
              <a:xfrm>
                <a:off x="8669561" y="3255472"/>
                <a:ext cx="134100" cy="134100"/>
                <a:chOff x="-1999139" y="3143772"/>
                <a:chExt cx="134100" cy="134100"/>
              </a:xfrm>
            </p:grpSpPr>
            <p:sp>
              <p:nvSpPr>
                <p:cNvPr id="5492" name="Google Shape;5492;p13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3" name="Google Shape;5493;p13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4" name="Google Shape;5494;p131"/>
              <p:cNvGrpSpPr/>
              <p:nvPr/>
            </p:nvGrpSpPr>
            <p:grpSpPr>
              <a:xfrm>
                <a:off x="8612986" y="311022"/>
                <a:ext cx="134004" cy="134004"/>
                <a:chOff x="8356813" y="1074288"/>
                <a:chExt cx="351900" cy="351900"/>
              </a:xfrm>
            </p:grpSpPr>
            <p:sp>
              <p:nvSpPr>
                <p:cNvPr id="5495" name="Google Shape;5495;p13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13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5497" name="Google Shape;5497;p131"/>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5498" name="Google Shape;5498;p131"/>
          <p:cNvGrpSpPr/>
          <p:nvPr/>
        </p:nvGrpSpPr>
        <p:grpSpPr>
          <a:xfrm>
            <a:off x="3983988" y="4933175"/>
            <a:ext cx="667916" cy="439200"/>
            <a:chOff x="3983988" y="4933175"/>
            <a:chExt cx="667916" cy="439200"/>
          </a:xfrm>
        </p:grpSpPr>
        <p:grpSp>
          <p:nvGrpSpPr>
            <p:cNvPr id="5499" name="Google Shape;5499;p131"/>
            <p:cNvGrpSpPr/>
            <p:nvPr/>
          </p:nvGrpSpPr>
          <p:grpSpPr>
            <a:xfrm rot="5400000">
              <a:off x="3983938" y="4933225"/>
              <a:ext cx="439200" cy="439100"/>
              <a:chOff x="1101075" y="2142375"/>
              <a:chExt cx="439200" cy="439100"/>
            </a:xfrm>
          </p:grpSpPr>
          <p:sp>
            <p:nvSpPr>
              <p:cNvPr id="5500" name="Google Shape;5500;p1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1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2" name="Google Shape;5502;p131"/>
            <p:cNvGrpSpPr/>
            <p:nvPr/>
          </p:nvGrpSpPr>
          <p:grpSpPr>
            <a:xfrm rot="5400000">
              <a:off x="4423062" y="5038369"/>
              <a:ext cx="228867" cy="228815"/>
              <a:chOff x="1101075" y="2142375"/>
              <a:chExt cx="439200" cy="439100"/>
            </a:xfrm>
          </p:grpSpPr>
          <p:sp>
            <p:nvSpPr>
              <p:cNvPr id="5503" name="Google Shape;5503;p1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4" name="Google Shape;5504;p1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505" name="Shape 5505"/>
        <p:cNvGrpSpPr/>
        <p:nvPr/>
      </p:nvGrpSpPr>
      <p:grpSpPr>
        <a:xfrm>
          <a:off x="0" y="0"/>
          <a:ext cx="0" cy="0"/>
          <a:chOff x="0" y="0"/>
          <a:chExt cx="0" cy="0"/>
        </a:xfrm>
      </p:grpSpPr>
      <p:sp>
        <p:nvSpPr>
          <p:cNvPr id="5506" name="Google Shape;5506;p13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507" name="Google Shape;5507;p132"/>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08" name="Google Shape;5508;p132"/>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09" name="Google Shape;5509;p132"/>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10" name="Google Shape;5510;p132"/>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11" name="Google Shape;5511;p132"/>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12" name="Google Shape;5512;p132"/>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13" name="Google Shape;5513;p132"/>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14" name="Google Shape;5514;p132"/>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15" name="Google Shape;5515;p132"/>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16" name="Google Shape;5516;p132"/>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17" name="Google Shape;5517;p132"/>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518" name="Google Shape;5518;p132"/>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a:spcBef>
                <a:spcPts val="0"/>
              </a:spcBef>
              <a:spcAft>
                <a:spcPts val="0"/>
              </a:spcAft>
              <a:buSzPts val="2400"/>
              <a:buFont typeface="IBM Plex Mono"/>
              <a:buNone/>
              <a:defRPr b="1" sz="2000">
                <a:latin typeface="IBM Plex Mono"/>
                <a:ea typeface="IBM Plex Mono"/>
                <a:cs typeface="IBM Plex Mono"/>
                <a:sym typeface="IBM Plex Mono"/>
              </a:defRPr>
            </a:lvl1pPr>
            <a:lvl2pPr lvl="1"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519" name="Google Shape;5519;p132"/>
          <p:cNvGrpSpPr/>
          <p:nvPr/>
        </p:nvGrpSpPr>
        <p:grpSpPr>
          <a:xfrm>
            <a:off x="6102850" y="-1735180"/>
            <a:ext cx="4625025" cy="4171657"/>
            <a:chOff x="6026650" y="-1658980"/>
            <a:chExt cx="4625025" cy="4171657"/>
          </a:xfrm>
        </p:grpSpPr>
        <p:pic>
          <p:nvPicPr>
            <p:cNvPr id="5520" name="Google Shape;5520;p132"/>
            <p:cNvPicPr preferRelativeResize="0"/>
            <p:nvPr/>
          </p:nvPicPr>
          <p:blipFill rotWithShape="1">
            <a:blip r:embed="rId2">
              <a:alphaModFix/>
            </a:blip>
            <a:srcRect b="26177" l="16960" r="7121" t="24718"/>
            <a:stretch/>
          </p:blipFill>
          <p:spPr>
            <a:xfrm>
              <a:off x="7361325" y="-596625"/>
              <a:ext cx="2441950" cy="1863749"/>
            </a:xfrm>
            <a:prstGeom prst="rect">
              <a:avLst/>
            </a:prstGeom>
            <a:noFill/>
            <a:ln>
              <a:noFill/>
            </a:ln>
          </p:spPr>
        </p:pic>
        <p:grpSp>
          <p:nvGrpSpPr>
            <p:cNvPr id="5521" name="Google Shape;5521;p132"/>
            <p:cNvGrpSpPr/>
            <p:nvPr/>
          </p:nvGrpSpPr>
          <p:grpSpPr>
            <a:xfrm flipH="1" rot="-2700000">
              <a:off x="7289785" y="-1246897"/>
              <a:ext cx="2552124" cy="3347490"/>
              <a:chOff x="2976325" y="908175"/>
              <a:chExt cx="4028179" cy="5283555"/>
            </a:xfrm>
          </p:grpSpPr>
          <p:sp>
            <p:nvSpPr>
              <p:cNvPr id="5522" name="Google Shape;5522;p13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13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13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5" name="Google Shape;5525;p132"/>
            <p:cNvGrpSpPr/>
            <p:nvPr/>
          </p:nvGrpSpPr>
          <p:grpSpPr>
            <a:xfrm>
              <a:off x="6026650" y="-49075"/>
              <a:ext cx="803471" cy="494095"/>
              <a:chOff x="6394675" y="-49075"/>
              <a:chExt cx="803471" cy="494095"/>
            </a:xfrm>
          </p:grpSpPr>
          <p:sp>
            <p:nvSpPr>
              <p:cNvPr id="5526" name="Google Shape;5526;p132"/>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7" name="Google Shape;5527;p132"/>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28" name="Google Shape;5528;p132"/>
          <p:cNvGrpSpPr/>
          <p:nvPr/>
        </p:nvGrpSpPr>
        <p:grpSpPr>
          <a:xfrm>
            <a:off x="-1089100" y="4200325"/>
            <a:ext cx="5368850" cy="1863749"/>
            <a:chOff x="-1089100" y="4200325"/>
            <a:chExt cx="5368850" cy="1863749"/>
          </a:xfrm>
        </p:grpSpPr>
        <p:grpSp>
          <p:nvGrpSpPr>
            <p:cNvPr id="5529" name="Google Shape;5529;p132"/>
            <p:cNvGrpSpPr/>
            <p:nvPr/>
          </p:nvGrpSpPr>
          <p:grpSpPr>
            <a:xfrm>
              <a:off x="-185037" y="4598363"/>
              <a:ext cx="904666" cy="726121"/>
              <a:chOff x="7945225" y="4302000"/>
              <a:chExt cx="904666" cy="726121"/>
            </a:xfrm>
          </p:grpSpPr>
          <p:sp>
            <p:nvSpPr>
              <p:cNvPr id="5530" name="Google Shape;5530;p13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13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13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5533" name="Google Shape;5533;p132"/>
            <p:cNvPicPr preferRelativeResize="0"/>
            <p:nvPr/>
          </p:nvPicPr>
          <p:blipFill rotWithShape="1">
            <a:blip r:embed="rId2">
              <a:alphaModFix/>
            </a:blip>
            <a:srcRect b="26177" l="16960" r="7121" t="24718"/>
            <a:stretch/>
          </p:blipFill>
          <p:spPr>
            <a:xfrm>
              <a:off x="1837800" y="4200325"/>
              <a:ext cx="2441950" cy="1863749"/>
            </a:xfrm>
            <a:prstGeom prst="rect">
              <a:avLst/>
            </a:prstGeom>
            <a:noFill/>
            <a:ln>
              <a:noFill/>
            </a:ln>
          </p:spPr>
        </p:pic>
        <p:grpSp>
          <p:nvGrpSpPr>
            <p:cNvPr id="5534" name="Google Shape;5534;p132"/>
            <p:cNvGrpSpPr/>
            <p:nvPr/>
          </p:nvGrpSpPr>
          <p:grpSpPr>
            <a:xfrm rot="-2700000">
              <a:off x="390377" y="4688868"/>
              <a:ext cx="299453" cy="545119"/>
              <a:chOff x="-66426" y="1151064"/>
              <a:chExt cx="299455" cy="545125"/>
            </a:xfrm>
          </p:grpSpPr>
          <p:grpSp>
            <p:nvGrpSpPr>
              <p:cNvPr id="5535" name="Google Shape;5535;p132"/>
              <p:cNvGrpSpPr/>
              <p:nvPr/>
            </p:nvGrpSpPr>
            <p:grpSpPr>
              <a:xfrm>
                <a:off x="-66426" y="1396564"/>
                <a:ext cx="299455" cy="299625"/>
                <a:chOff x="3678700" y="407275"/>
                <a:chExt cx="708100" cy="708500"/>
              </a:xfrm>
            </p:grpSpPr>
            <p:sp>
              <p:nvSpPr>
                <p:cNvPr id="5536" name="Google Shape;5536;p13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13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13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13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13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13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13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3" name="Google Shape;5543;p132"/>
              <p:cNvGrpSpPr/>
              <p:nvPr/>
            </p:nvGrpSpPr>
            <p:grpSpPr>
              <a:xfrm>
                <a:off x="-66426" y="1151064"/>
                <a:ext cx="299455" cy="299625"/>
                <a:chOff x="3678700" y="407275"/>
                <a:chExt cx="708100" cy="708500"/>
              </a:xfrm>
            </p:grpSpPr>
            <p:sp>
              <p:nvSpPr>
                <p:cNvPr id="5544" name="Google Shape;5544;p132"/>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5" name="Google Shape;5545;p132"/>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132"/>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132"/>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8" name="Google Shape;5548;p132"/>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9" name="Google Shape;5549;p132"/>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132"/>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51" name="Google Shape;5551;p132"/>
            <p:cNvGrpSpPr/>
            <p:nvPr/>
          </p:nvGrpSpPr>
          <p:grpSpPr>
            <a:xfrm>
              <a:off x="-1089100" y="4894376"/>
              <a:ext cx="4558967" cy="134100"/>
              <a:chOff x="796100" y="3019701"/>
              <a:chExt cx="4558967" cy="134100"/>
            </a:xfrm>
          </p:grpSpPr>
          <p:sp>
            <p:nvSpPr>
              <p:cNvPr id="5552" name="Google Shape;5552;p132"/>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53" name="Google Shape;5553;p132"/>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554" name="Google Shape;5554;p132"/>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555" name="Shape 5555"/>
        <p:cNvGrpSpPr/>
        <p:nvPr/>
      </p:nvGrpSpPr>
      <p:grpSpPr>
        <a:xfrm>
          <a:off x="0" y="0"/>
          <a:ext cx="0" cy="0"/>
          <a:chOff x="0" y="0"/>
          <a:chExt cx="0" cy="0"/>
        </a:xfrm>
      </p:grpSpPr>
      <p:sp>
        <p:nvSpPr>
          <p:cNvPr id="5556" name="Google Shape;5556;p133"/>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557" name="Google Shape;5557;p133"/>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558" name="Google Shape;5558;p133"/>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559" name="Google Shape;5559;p133"/>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560" name="Google Shape;5560;p133"/>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a:spcBef>
                <a:spcPts val="0"/>
              </a:spcBef>
              <a:spcAft>
                <a:spcPts val="0"/>
              </a:spcAft>
              <a:buClr>
                <a:schemeClr val="lt1"/>
              </a:buClr>
              <a:buSzPts val="6000"/>
              <a:buNone/>
              <a:defRPr sz="4200">
                <a:latin typeface="Poppins"/>
                <a:ea typeface="Poppins"/>
                <a:cs typeface="Poppins"/>
                <a:sym typeface="Poppins"/>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5561" name="Google Shape;5561;p133"/>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dk1"/>
              </a:buClr>
              <a:buSzPts val="2400"/>
              <a:buFont typeface="PT Sans"/>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5562" name="Google Shape;5562;p133"/>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3" name="Google Shape;5563;p133"/>
          <p:cNvGrpSpPr/>
          <p:nvPr/>
        </p:nvGrpSpPr>
        <p:grpSpPr>
          <a:xfrm rot="5400000">
            <a:off x="8359950" y="-226050"/>
            <a:ext cx="439200" cy="439100"/>
            <a:chOff x="1101075" y="2142375"/>
            <a:chExt cx="439200" cy="439100"/>
          </a:xfrm>
        </p:grpSpPr>
        <p:sp>
          <p:nvSpPr>
            <p:cNvPr id="5564" name="Google Shape;5564;p13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13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6" name="Google Shape;5566;p133"/>
          <p:cNvGrpSpPr/>
          <p:nvPr/>
        </p:nvGrpSpPr>
        <p:grpSpPr>
          <a:xfrm>
            <a:off x="-903250" y="4838101"/>
            <a:ext cx="4558967" cy="134100"/>
            <a:chOff x="796100" y="3019701"/>
            <a:chExt cx="4558967" cy="134100"/>
          </a:xfrm>
        </p:grpSpPr>
        <p:sp>
          <p:nvSpPr>
            <p:cNvPr id="5567" name="Google Shape;5567;p13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568" name="Google Shape;5568;p13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569" name="Google Shape;5569;p13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5570" name="Shape 5570"/>
        <p:cNvGrpSpPr/>
        <p:nvPr/>
      </p:nvGrpSpPr>
      <p:grpSpPr>
        <a:xfrm>
          <a:off x="0" y="0"/>
          <a:ext cx="0" cy="0"/>
          <a:chOff x="0" y="0"/>
          <a:chExt cx="0" cy="0"/>
        </a:xfrm>
      </p:grpSpPr>
      <p:sp>
        <p:nvSpPr>
          <p:cNvPr id="5571" name="Google Shape;5571;p134"/>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72" name="Google Shape;5572;p134"/>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sz="6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5573" name="Google Shape;5573;p134"/>
          <p:cNvGrpSpPr/>
          <p:nvPr/>
        </p:nvGrpSpPr>
        <p:grpSpPr>
          <a:xfrm>
            <a:off x="-291585" y="-494819"/>
            <a:ext cx="1448824" cy="2238804"/>
            <a:chOff x="-308635" y="-494819"/>
            <a:chExt cx="1448824" cy="2238804"/>
          </a:xfrm>
        </p:grpSpPr>
        <p:grpSp>
          <p:nvGrpSpPr>
            <p:cNvPr id="5574" name="Google Shape;5574;p134"/>
            <p:cNvGrpSpPr/>
            <p:nvPr/>
          </p:nvGrpSpPr>
          <p:grpSpPr>
            <a:xfrm>
              <a:off x="-275757" y="-242066"/>
              <a:ext cx="981772" cy="1986051"/>
              <a:chOff x="-293545" y="3454371"/>
              <a:chExt cx="981772" cy="1986051"/>
            </a:xfrm>
          </p:grpSpPr>
          <p:sp>
            <p:nvSpPr>
              <p:cNvPr id="5575" name="Google Shape;5575;p134"/>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134"/>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7" name="Google Shape;5577;p134"/>
            <p:cNvGrpSpPr/>
            <p:nvPr/>
          </p:nvGrpSpPr>
          <p:grpSpPr>
            <a:xfrm>
              <a:off x="364499" y="794648"/>
              <a:ext cx="699940" cy="478601"/>
              <a:chOff x="39722" y="4349021"/>
              <a:chExt cx="1061964" cy="726143"/>
            </a:xfrm>
          </p:grpSpPr>
          <p:grpSp>
            <p:nvGrpSpPr>
              <p:cNvPr id="5578" name="Google Shape;5578;p134"/>
              <p:cNvGrpSpPr/>
              <p:nvPr/>
            </p:nvGrpSpPr>
            <p:grpSpPr>
              <a:xfrm rot="2700000">
                <a:off x="140502" y="4460924"/>
                <a:ext cx="524584" cy="502337"/>
                <a:chOff x="1189791" y="-1767331"/>
                <a:chExt cx="904284" cy="865933"/>
              </a:xfrm>
            </p:grpSpPr>
            <p:sp>
              <p:nvSpPr>
                <p:cNvPr id="5579" name="Google Shape;5579;p1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0" name="Google Shape;5580;p134"/>
                <p:cNvGrpSpPr/>
                <p:nvPr/>
              </p:nvGrpSpPr>
              <p:grpSpPr>
                <a:xfrm>
                  <a:off x="1232795" y="-1740829"/>
                  <a:ext cx="717621" cy="717392"/>
                  <a:chOff x="1483457" y="3953671"/>
                  <a:chExt cx="717621" cy="717392"/>
                </a:xfrm>
              </p:grpSpPr>
              <p:sp>
                <p:nvSpPr>
                  <p:cNvPr id="5581" name="Google Shape;5581;p1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2" name="Google Shape;5582;p1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1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4" name="Google Shape;5584;p1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5" name="Google Shape;5585;p1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86" name="Google Shape;5586;p1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7" name="Google Shape;5587;p134"/>
            <p:cNvGrpSpPr/>
            <p:nvPr/>
          </p:nvGrpSpPr>
          <p:grpSpPr>
            <a:xfrm rot="-5400000">
              <a:off x="-460623" y="-342832"/>
              <a:ext cx="1351491" cy="1047516"/>
              <a:chOff x="-2460210" y="2758493"/>
              <a:chExt cx="1351491" cy="1047516"/>
            </a:xfrm>
          </p:grpSpPr>
          <p:sp>
            <p:nvSpPr>
              <p:cNvPr id="5588" name="Google Shape;5588;p134"/>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134"/>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134"/>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134"/>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2" name="Google Shape;5592;p134"/>
            <p:cNvGrpSpPr/>
            <p:nvPr/>
          </p:nvGrpSpPr>
          <p:grpSpPr>
            <a:xfrm>
              <a:off x="440249" y="455173"/>
              <a:ext cx="699940" cy="478601"/>
              <a:chOff x="39722" y="4349021"/>
              <a:chExt cx="1061964" cy="726143"/>
            </a:xfrm>
          </p:grpSpPr>
          <p:grpSp>
            <p:nvGrpSpPr>
              <p:cNvPr id="5593" name="Google Shape;5593;p134"/>
              <p:cNvGrpSpPr/>
              <p:nvPr/>
            </p:nvGrpSpPr>
            <p:grpSpPr>
              <a:xfrm rot="2700000">
                <a:off x="140502" y="4460924"/>
                <a:ext cx="524584" cy="502337"/>
                <a:chOff x="1189791" y="-1767331"/>
                <a:chExt cx="904284" cy="865933"/>
              </a:xfrm>
            </p:grpSpPr>
            <p:sp>
              <p:nvSpPr>
                <p:cNvPr id="5594" name="Google Shape;5594;p1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5" name="Google Shape;5595;p134"/>
                <p:cNvGrpSpPr/>
                <p:nvPr/>
              </p:nvGrpSpPr>
              <p:grpSpPr>
                <a:xfrm>
                  <a:off x="1232795" y="-1740829"/>
                  <a:ext cx="717621" cy="717392"/>
                  <a:chOff x="1483457" y="3953671"/>
                  <a:chExt cx="717621" cy="717392"/>
                </a:xfrm>
              </p:grpSpPr>
              <p:sp>
                <p:nvSpPr>
                  <p:cNvPr id="5596" name="Google Shape;5596;p1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1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1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1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1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01" name="Google Shape;5601;p1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2" name="Google Shape;5602;p134"/>
            <p:cNvGrpSpPr/>
            <p:nvPr/>
          </p:nvGrpSpPr>
          <p:grpSpPr>
            <a:xfrm>
              <a:off x="-63826" y="511661"/>
              <a:ext cx="699940" cy="478601"/>
              <a:chOff x="39722" y="4349021"/>
              <a:chExt cx="1061964" cy="726143"/>
            </a:xfrm>
          </p:grpSpPr>
          <p:grpSp>
            <p:nvGrpSpPr>
              <p:cNvPr id="5603" name="Google Shape;5603;p134"/>
              <p:cNvGrpSpPr/>
              <p:nvPr/>
            </p:nvGrpSpPr>
            <p:grpSpPr>
              <a:xfrm rot="2700000">
                <a:off x="140502" y="4460924"/>
                <a:ext cx="524584" cy="502337"/>
                <a:chOff x="1189791" y="-1767331"/>
                <a:chExt cx="904284" cy="865933"/>
              </a:xfrm>
            </p:grpSpPr>
            <p:sp>
              <p:nvSpPr>
                <p:cNvPr id="5604" name="Google Shape;5604;p134"/>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5" name="Google Shape;5605;p134"/>
                <p:cNvGrpSpPr/>
                <p:nvPr/>
              </p:nvGrpSpPr>
              <p:grpSpPr>
                <a:xfrm>
                  <a:off x="1232795" y="-1740829"/>
                  <a:ext cx="717621" cy="717392"/>
                  <a:chOff x="1483457" y="3953671"/>
                  <a:chExt cx="717621" cy="717392"/>
                </a:xfrm>
              </p:grpSpPr>
              <p:sp>
                <p:nvSpPr>
                  <p:cNvPr id="5606" name="Google Shape;5606;p134"/>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134"/>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134"/>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9" name="Google Shape;5609;p134"/>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0" name="Google Shape;5610;p134"/>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11" name="Google Shape;5611;p134"/>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12" name="Google Shape;5612;p134"/>
          <p:cNvGrpSpPr/>
          <p:nvPr/>
        </p:nvGrpSpPr>
        <p:grpSpPr>
          <a:xfrm>
            <a:off x="2659712" y="4275400"/>
            <a:ext cx="4952059" cy="2992224"/>
            <a:chOff x="2659712" y="4275400"/>
            <a:chExt cx="4952059" cy="2992224"/>
          </a:xfrm>
        </p:grpSpPr>
        <p:pic>
          <p:nvPicPr>
            <p:cNvPr id="5613" name="Google Shape;5613;p134"/>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5614" name="Google Shape;5614;p134"/>
            <p:cNvGrpSpPr/>
            <p:nvPr/>
          </p:nvGrpSpPr>
          <p:grpSpPr>
            <a:xfrm rot="-5400000">
              <a:off x="3258038" y="4413859"/>
              <a:ext cx="906953" cy="1517787"/>
              <a:chOff x="79748" y="2808602"/>
              <a:chExt cx="906953" cy="1517787"/>
            </a:xfrm>
          </p:grpSpPr>
          <p:sp>
            <p:nvSpPr>
              <p:cNvPr id="5615" name="Google Shape;5615;p134"/>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134"/>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134"/>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134"/>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9" name="Google Shape;5619;p134"/>
            <p:cNvGrpSpPr/>
            <p:nvPr/>
          </p:nvGrpSpPr>
          <p:grpSpPr>
            <a:xfrm rot="5400000">
              <a:off x="5484569" y="3756062"/>
              <a:ext cx="1421047" cy="2833357"/>
              <a:chOff x="334358" y="2186737"/>
              <a:chExt cx="1421047" cy="2833357"/>
            </a:xfrm>
          </p:grpSpPr>
          <p:sp>
            <p:nvSpPr>
              <p:cNvPr id="5620" name="Google Shape;5620;p134"/>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21" name="Google Shape;5621;p134"/>
              <p:cNvGrpSpPr/>
              <p:nvPr/>
            </p:nvGrpSpPr>
            <p:grpSpPr>
              <a:xfrm rot="5400000">
                <a:off x="1046250" y="3181856"/>
                <a:ext cx="161977" cy="161940"/>
                <a:chOff x="1101075" y="2142375"/>
                <a:chExt cx="439200" cy="439100"/>
              </a:xfrm>
            </p:grpSpPr>
            <p:sp>
              <p:nvSpPr>
                <p:cNvPr id="5622" name="Google Shape;5622;p13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3" name="Google Shape;5623;p13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4" name="Google Shape;5624;p134"/>
              <p:cNvGrpSpPr/>
              <p:nvPr/>
            </p:nvGrpSpPr>
            <p:grpSpPr>
              <a:xfrm rot="-5400000">
                <a:off x="628029" y="4564272"/>
                <a:ext cx="161977" cy="161940"/>
                <a:chOff x="1101075" y="2142375"/>
                <a:chExt cx="439200" cy="439100"/>
              </a:xfrm>
            </p:grpSpPr>
            <p:sp>
              <p:nvSpPr>
                <p:cNvPr id="5625" name="Google Shape;5625;p13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13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5627" name="Google Shape;5627;p134"/>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628" name="Shape 5628"/>
        <p:cNvGrpSpPr/>
        <p:nvPr/>
      </p:nvGrpSpPr>
      <p:grpSpPr>
        <a:xfrm>
          <a:off x="0" y="0"/>
          <a:ext cx="0" cy="0"/>
          <a:chOff x="0" y="0"/>
          <a:chExt cx="0" cy="0"/>
        </a:xfrm>
      </p:grpSpPr>
      <p:grpSp>
        <p:nvGrpSpPr>
          <p:cNvPr id="5629" name="Google Shape;5629;p135"/>
          <p:cNvGrpSpPr/>
          <p:nvPr/>
        </p:nvGrpSpPr>
        <p:grpSpPr>
          <a:xfrm>
            <a:off x="-623241" y="3925887"/>
            <a:ext cx="2833357" cy="1517787"/>
            <a:chOff x="-623241" y="3849687"/>
            <a:chExt cx="2833357" cy="1517787"/>
          </a:xfrm>
        </p:grpSpPr>
        <p:grpSp>
          <p:nvGrpSpPr>
            <p:cNvPr id="5630" name="Google Shape;5630;p135"/>
            <p:cNvGrpSpPr/>
            <p:nvPr/>
          </p:nvGrpSpPr>
          <p:grpSpPr>
            <a:xfrm rot="5400000">
              <a:off x="-879113" y="4155104"/>
              <a:ext cx="1517787" cy="906953"/>
              <a:chOff x="-55500" y="4835979"/>
              <a:chExt cx="1517787" cy="906953"/>
            </a:xfrm>
          </p:grpSpPr>
          <p:sp>
            <p:nvSpPr>
              <p:cNvPr id="5631" name="Google Shape;5631;p13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2" name="Google Shape;5632;p13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13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13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5" name="Google Shape;5635;p135"/>
            <p:cNvGrpSpPr/>
            <p:nvPr/>
          </p:nvGrpSpPr>
          <p:grpSpPr>
            <a:xfrm>
              <a:off x="-623241" y="3946426"/>
              <a:ext cx="2833357" cy="1421047"/>
              <a:chOff x="-677366" y="4067276"/>
              <a:chExt cx="2833357" cy="1421047"/>
            </a:xfrm>
          </p:grpSpPr>
          <p:sp>
            <p:nvSpPr>
              <p:cNvPr id="5636" name="Google Shape;5636;p13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7" name="Google Shape;5637;p135"/>
              <p:cNvGrpSpPr/>
              <p:nvPr/>
            </p:nvGrpSpPr>
            <p:grpSpPr>
              <a:xfrm>
                <a:off x="317735" y="4614472"/>
                <a:ext cx="161977" cy="161940"/>
                <a:chOff x="1101075" y="2142375"/>
                <a:chExt cx="439200" cy="439100"/>
              </a:xfrm>
            </p:grpSpPr>
            <p:sp>
              <p:nvSpPr>
                <p:cNvPr id="5638" name="Google Shape;5638;p1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1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0" name="Google Shape;5640;p135"/>
              <p:cNvGrpSpPr/>
              <p:nvPr/>
            </p:nvGrpSpPr>
            <p:grpSpPr>
              <a:xfrm rot="10800000">
                <a:off x="1700151" y="5032693"/>
                <a:ext cx="161977" cy="161940"/>
                <a:chOff x="1101075" y="2142375"/>
                <a:chExt cx="439200" cy="439100"/>
              </a:xfrm>
            </p:grpSpPr>
            <p:sp>
              <p:nvSpPr>
                <p:cNvPr id="5641" name="Google Shape;5641;p1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1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43" name="Google Shape;5643;p13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135"/>
          <p:cNvGrpSpPr/>
          <p:nvPr/>
        </p:nvGrpSpPr>
        <p:grpSpPr>
          <a:xfrm>
            <a:off x="6323925" y="-1678249"/>
            <a:ext cx="4189199" cy="3065874"/>
            <a:chOff x="6171525" y="-1678249"/>
            <a:chExt cx="4189199" cy="3065874"/>
          </a:xfrm>
        </p:grpSpPr>
        <p:sp>
          <p:nvSpPr>
            <p:cNvPr id="5645" name="Google Shape;5645;p13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46" name="Google Shape;5646;p135"/>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5647" name="Google Shape;5647;p13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48" name="Google Shape;5648;p135"/>
            <p:cNvGrpSpPr/>
            <p:nvPr/>
          </p:nvGrpSpPr>
          <p:grpSpPr>
            <a:xfrm rot="-2700000">
              <a:off x="8302147" y="61289"/>
              <a:ext cx="582044" cy="582419"/>
              <a:chOff x="959750" y="3039275"/>
              <a:chExt cx="582050" cy="582425"/>
            </a:xfrm>
          </p:grpSpPr>
          <p:sp>
            <p:nvSpPr>
              <p:cNvPr id="5649" name="Google Shape;5649;p13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13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13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13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3" name="Google Shape;5653;p13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13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13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6" name="Google Shape;5656;p135"/>
            <p:cNvGrpSpPr/>
            <p:nvPr/>
          </p:nvGrpSpPr>
          <p:grpSpPr>
            <a:xfrm rot="-2700000">
              <a:off x="8551447" y="61289"/>
              <a:ext cx="582044" cy="582419"/>
              <a:chOff x="959750" y="3039275"/>
              <a:chExt cx="582050" cy="582425"/>
            </a:xfrm>
          </p:grpSpPr>
          <p:sp>
            <p:nvSpPr>
              <p:cNvPr id="5657" name="Google Shape;5657;p13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13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9" name="Google Shape;5659;p13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13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13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2" name="Google Shape;5662;p13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3" name="Google Shape;5663;p13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64" name="Google Shape;5664;p135"/>
          <p:cNvGrpSpPr/>
          <p:nvPr/>
        </p:nvGrpSpPr>
        <p:grpSpPr>
          <a:xfrm rot="2700000">
            <a:off x="8945322" y="2352177"/>
            <a:ext cx="439196" cy="439096"/>
            <a:chOff x="1101075" y="2142375"/>
            <a:chExt cx="439200" cy="439100"/>
          </a:xfrm>
        </p:grpSpPr>
        <p:sp>
          <p:nvSpPr>
            <p:cNvPr id="5665" name="Google Shape;5665;p13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13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5667" name="Shape 5667"/>
        <p:cNvGrpSpPr/>
        <p:nvPr/>
      </p:nvGrpSpPr>
      <p:grpSpPr>
        <a:xfrm>
          <a:off x="0" y="0"/>
          <a:ext cx="0" cy="0"/>
          <a:chOff x="0" y="0"/>
          <a:chExt cx="0" cy="0"/>
        </a:xfrm>
      </p:grpSpPr>
      <p:grpSp>
        <p:nvGrpSpPr>
          <p:cNvPr id="5668" name="Google Shape;5668;p136"/>
          <p:cNvGrpSpPr/>
          <p:nvPr/>
        </p:nvGrpSpPr>
        <p:grpSpPr>
          <a:xfrm>
            <a:off x="8332551" y="-7"/>
            <a:ext cx="2386151" cy="3293873"/>
            <a:chOff x="8256351" y="-7"/>
            <a:chExt cx="2386151" cy="3293873"/>
          </a:xfrm>
        </p:grpSpPr>
        <p:pic>
          <p:nvPicPr>
            <p:cNvPr id="5669" name="Google Shape;5669;p136"/>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5670" name="Google Shape;5670;p136"/>
            <p:cNvGrpSpPr/>
            <p:nvPr/>
          </p:nvGrpSpPr>
          <p:grpSpPr>
            <a:xfrm rot="10800000">
              <a:off x="8452444" y="-7"/>
              <a:ext cx="325154" cy="1788670"/>
              <a:chOff x="8869019" y="-622132"/>
              <a:chExt cx="325154" cy="1788670"/>
            </a:xfrm>
          </p:grpSpPr>
          <p:sp>
            <p:nvSpPr>
              <p:cNvPr id="5671" name="Google Shape;5671;p13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2" name="Google Shape;5672;p136"/>
              <p:cNvGrpSpPr/>
              <p:nvPr/>
            </p:nvGrpSpPr>
            <p:grpSpPr>
              <a:xfrm rot="1800062">
                <a:off x="9035610" y="1007995"/>
                <a:ext cx="134040" cy="134009"/>
                <a:chOff x="1101075" y="2142375"/>
                <a:chExt cx="439200" cy="439100"/>
              </a:xfrm>
            </p:grpSpPr>
            <p:sp>
              <p:nvSpPr>
                <p:cNvPr id="5673" name="Google Shape;5673;p13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13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675" name="Google Shape;5675;p136"/>
          <p:cNvGrpSpPr/>
          <p:nvPr/>
        </p:nvGrpSpPr>
        <p:grpSpPr>
          <a:xfrm>
            <a:off x="-213525" y="171225"/>
            <a:ext cx="439200" cy="439100"/>
            <a:chOff x="1101075" y="2142375"/>
            <a:chExt cx="439200" cy="439100"/>
          </a:xfrm>
        </p:grpSpPr>
        <p:sp>
          <p:nvSpPr>
            <p:cNvPr id="5676" name="Google Shape;5676;p13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13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8" name="Google Shape;5678;p136"/>
          <p:cNvGrpSpPr/>
          <p:nvPr/>
        </p:nvGrpSpPr>
        <p:grpSpPr>
          <a:xfrm>
            <a:off x="-1262974" y="3161328"/>
            <a:ext cx="4822591" cy="2934500"/>
            <a:chOff x="-1186774" y="3161328"/>
            <a:chExt cx="4822591" cy="2934500"/>
          </a:xfrm>
        </p:grpSpPr>
        <p:pic>
          <p:nvPicPr>
            <p:cNvPr id="5679" name="Google Shape;5679;p136"/>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5680" name="Google Shape;5680;p13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1" name="Google Shape;5681;p136"/>
            <p:cNvGrpSpPr/>
            <p:nvPr/>
          </p:nvGrpSpPr>
          <p:grpSpPr>
            <a:xfrm>
              <a:off x="58899" y="4608583"/>
              <a:ext cx="604346" cy="657081"/>
              <a:chOff x="58899" y="4608583"/>
              <a:chExt cx="604346" cy="657081"/>
            </a:xfrm>
          </p:grpSpPr>
          <p:grpSp>
            <p:nvGrpSpPr>
              <p:cNvPr id="5682" name="Google Shape;5682;p136"/>
              <p:cNvGrpSpPr/>
              <p:nvPr/>
            </p:nvGrpSpPr>
            <p:grpSpPr>
              <a:xfrm rot="10800000">
                <a:off x="58899" y="4608583"/>
                <a:ext cx="328346" cy="328531"/>
                <a:chOff x="3678700" y="407275"/>
                <a:chExt cx="708100" cy="708500"/>
              </a:xfrm>
            </p:grpSpPr>
            <p:sp>
              <p:nvSpPr>
                <p:cNvPr id="5683" name="Google Shape;5683;p13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13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13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13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13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13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13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0" name="Google Shape;5690;p136"/>
              <p:cNvGrpSpPr/>
              <p:nvPr/>
            </p:nvGrpSpPr>
            <p:grpSpPr>
              <a:xfrm rot="10800000">
                <a:off x="334899" y="4608583"/>
                <a:ext cx="328346" cy="328531"/>
                <a:chOff x="3678700" y="407275"/>
                <a:chExt cx="708100" cy="708500"/>
              </a:xfrm>
            </p:grpSpPr>
            <p:sp>
              <p:nvSpPr>
                <p:cNvPr id="5691" name="Google Shape;5691;p13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2" name="Google Shape;5692;p13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13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13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13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6" name="Google Shape;5696;p13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13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8" name="Google Shape;5698;p136"/>
              <p:cNvGrpSpPr/>
              <p:nvPr/>
            </p:nvGrpSpPr>
            <p:grpSpPr>
              <a:xfrm rot="10800000">
                <a:off x="282574" y="4937133"/>
                <a:ext cx="328346" cy="328531"/>
                <a:chOff x="3678700" y="407275"/>
                <a:chExt cx="708100" cy="708500"/>
              </a:xfrm>
            </p:grpSpPr>
            <p:sp>
              <p:nvSpPr>
                <p:cNvPr id="5699" name="Google Shape;5699;p13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13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13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13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13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13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13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06" name="Google Shape;5706;p136"/>
            <p:cNvGrpSpPr/>
            <p:nvPr/>
          </p:nvGrpSpPr>
          <p:grpSpPr>
            <a:xfrm>
              <a:off x="-923150" y="4796551"/>
              <a:ext cx="4558967" cy="134100"/>
              <a:chOff x="796100" y="3019701"/>
              <a:chExt cx="4558967" cy="134100"/>
            </a:xfrm>
          </p:grpSpPr>
          <p:sp>
            <p:nvSpPr>
              <p:cNvPr id="5707" name="Google Shape;5707;p136"/>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08" name="Google Shape;5708;p136"/>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5709" name="Google Shape;5709;p136"/>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5.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6.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1.xml"/><Relationship Id="rId22" Type="http://schemas.openxmlformats.org/officeDocument/2006/relationships/slideLayout" Target="../slideLayouts/slideLayout63.xml"/><Relationship Id="rId21" Type="http://schemas.openxmlformats.org/officeDocument/2006/relationships/slideLayout" Target="../slideLayouts/slideLayout62.xml"/><Relationship Id="rId24" Type="http://schemas.openxmlformats.org/officeDocument/2006/relationships/slideLayout" Target="../slideLayouts/slideLayout65.xml"/><Relationship Id="rId23" Type="http://schemas.openxmlformats.org/officeDocument/2006/relationships/slideLayout" Target="../slideLayouts/slideLayout64.xml"/><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9" Type="http://schemas.openxmlformats.org/officeDocument/2006/relationships/slideLayout" Target="../slideLayouts/slideLayout50.xml"/><Relationship Id="rId26" Type="http://schemas.openxmlformats.org/officeDocument/2006/relationships/slideLayout" Target="../slideLayouts/slideLayout67.xml"/><Relationship Id="rId25" Type="http://schemas.openxmlformats.org/officeDocument/2006/relationships/slideLayout" Target="../slideLayouts/slideLayout66.xml"/><Relationship Id="rId28" Type="http://schemas.openxmlformats.org/officeDocument/2006/relationships/slideLayout" Target="../slideLayouts/slideLayout69.xml"/><Relationship Id="rId27" Type="http://schemas.openxmlformats.org/officeDocument/2006/relationships/slideLayout" Target="../slideLayouts/slideLayout68.xml"/><Relationship Id="rId5" Type="http://schemas.openxmlformats.org/officeDocument/2006/relationships/slideLayout" Target="../slideLayouts/slideLayout46.xml"/><Relationship Id="rId6" Type="http://schemas.openxmlformats.org/officeDocument/2006/relationships/slideLayout" Target="../slideLayouts/slideLayout47.xml"/><Relationship Id="rId29" Type="http://schemas.openxmlformats.org/officeDocument/2006/relationships/slideLayout" Target="../slideLayouts/slideLayout70.xml"/><Relationship Id="rId7" Type="http://schemas.openxmlformats.org/officeDocument/2006/relationships/slideLayout" Target="../slideLayouts/slideLayout48.xml"/><Relationship Id="rId8" Type="http://schemas.openxmlformats.org/officeDocument/2006/relationships/slideLayout" Target="../slideLayouts/slideLayout49.xml"/><Relationship Id="rId31" Type="http://schemas.openxmlformats.org/officeDocument/2006/relationships/theme" Target="../theme/theme3.xml"/><Relationship Id="rId30" Type="http://schemas.openxmlformats.org/officeDocument/2006/relationships/slideLayout" Target="../slideLayouts/slideLayout71.xml"/><Relationship Id="rId11" Type="http://schemas.openxmlformats.org/officeDocument/2006/relationships/slideLayout" Target="../slideLayouts/slideLayout52.xml"/><Relationship Id="rId10" Type="http://schemas.openxmlformats.org/officeDocument/2006/relationships/slideLayout" Target="../slideLayouts/slideLayout51.xml"/><Relationship Id="rId13" Type="http://schemas.openxmlformats.org/officeDocument/2006/relationships/slideLayout" Target="../slideLayouts/slideLayout54.xml"/><Relationship Id="rId12" Type="http://schemas.openxmlformats.org/officeDocument/2006/relationships/slideLayout" Target="../slideLayouts/slideLayout53.xml"/><Relationship Id="rId15" Type="http://schemas.openxmlformats.org/officeDocument/2006/relationships/slideLayout" Target="../slideLayouts/slideLayout56.xml"/><Relationship Id="rId14" Type="http://schemas.openxmlformats.org/officeDocument/2006/relationships/slideLayout" Target="../slideLayouts/slideLayout55.xml"/><Relationship Id="rId17" Type="http://schemas.openxmlformats.org/officeDocument/2006/relationships/slideLayout" Target="../slideLayouts/slideLayout58.xml"/><Relationship Id="rId16" Type="http://schemas.openxmlformats.org/officeDocument/2006/relationships/slideLayout" Target="../slideLayouts/slideLayout57.xml"/><Relationship Id="rId19" Type="http://schemas.openxmlformats.org/officeDocument/2006/relationships/slideLayout" Target="../slideLayouts/slideLayout60.xml"/><Relationship Id="rId18" Type="http://schemas.openxmlformats.org/officeDocument/2006/relationships/slideLayout" Target="../slideLayouts/slideLayout59.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1.xml"/><Relationship Id="rId22" Type="http://schemas.openxmlformats.org/officeDocument/2006/relationships/slideLayout" Target="../slideLayouts/slideLayout93.xml"/><Relationship Id="rId21" Type="http://schemas.openxmlformats.org/officeDocument/2006/relationships/slideLayout" Target="../slideLayouts/slideLayout92.xml"/><Relationship Id="rId24" Type="http://schemas.openxmlformats.org/officeDocument/2006/relationships/slideLayout" Target="../slideLayouts/slideLayout95.xml"/><Relationship Id="rId23" Type="http://schemas.openxmlformats.org/officeDocument/2006/relationships/slideLayout" Target="../slideLayouts/slideLayout94.xml"/><Relationship Id="rId1" Type="http://schemas.openxmlformats.org/officeDocument/2006/relationships/slideLayout" Target="../slideLayouts/slideLayout72.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9" Type="http://schemas.openxmlformats.org/officeDocument/2006/relationships/slideLayout" Target="../slideLayouts/slideLayout80.xml"/><Relationship Id="rId26" Type="http://schemas.openxmlformats.org/officeDocument/2006/relationships/slideLayout" Target="../slideLayouts/slideLayout97.xml"/><Relationship Id="rId25" Type="http://schemas.openxmlformats.org/officeDocument/2006/relationships/slideLayout" Target="../slideLayouts/slideLayout96.xml"/><Relationship Id="rId28" Type="http://schemas.openxmlformats.org/officeDocument/2006/relationships/slideLayout" Target="../slideLayouts/slideLayout99.xml"/><Relationship Id="rId27" Type="http://schemas.openxmlformats.org/officeDocument/2006/relationships/slideLayout" Target="../slideLayouts/slideLayout98.xml"/><Relationship Id="rId5" Type="http://schemas.openxmlformats.org/officeDocument/2006/relationships/slideLayout" Target="../slideLayouts/slideLayout76.xml"/><Relationship Id="rId6" Type="http://schemas.openxmlformats.org/officeDocument/2006/relationships/slideLayout" Target="../slideLayouts/slideLayout77.xml"/><Relationship Id="rId29" Type="http://schemas.openxmlformats.org/officeDocument/2006/relationships/slideLayout" Target="../slideLayouts/slideLayout100.xml"/><Relationship Id="rId7" Type="http://schemas.openxmlformats.org/officeDocument/2006/relationships/slideLayout" Target="../slideLayouts/slideLayout78.xml"/><Relationship Id="rId8" Type="http://schemas.openxmlformats.org/officeDocument/2006/relationships/slideLayout" Target="../slideLayouts/slideLayout79.xml"/><Relationship Id="rId31" Type="http://schemas.openxmlformats.org/officeDocument/2006/relationships/theme" Target="../theme/theme2.xml"/><Relationship Id="rId30" Type="http://schemas.openxmlformats.org/officeDocument/2006/relationships/slideLayout" Target="../slideLayouts/slideLayout101.xml"/><Relationship Id="rId11" Type="http://schemas.openxmlformats.org/officeDocument/2006/relationships/slideLayout" Target="../slideLayouts/slideLayout82.xml"/><Relationship Id="rId10" Type="http://schemas.openxmlformats.org/officeDocument/2006/relationships/slideLayout" Target="../slideLayouts/slideLayout81.xml"/><Relationship Id="rId13" Type="http://schemas.openxmlformats.org/officeDocument/2006/relationships/slideLayout" Target="../slideLayouts/slideLayout84.xml"/><Relationship Id="rId12" Type="http://schemas.openxmlformats.org/officeDocument/2006/relationships/slideLayout" Target="../slideLayouts/slideLayout83.xml"/><Relationship Id="rId15" Type="http://schemas.openxmlformats.org/officeDocument/2006/relationships/slideLayout" Target="../slideLayouts/slideLayout86.xml"/><Relationship Id="rId14" Type="http://schemas.openxmlformats.org/officeDocument/2006/relationships/slideLayout" Target="../slideLayouts/slideLayout85.xml"/><Relationship Id="rId17" Type="http://schemas.openxmlformats.org/officeDocument/2006/relationships/slideLayout" Target="../slideLayouts/slideLayout88.xml"/><Relationship Id="rId16" Type="http://schemas.openxmlformats.org/officeDocument/2006/relationships/slideLayout" Target="../slideLayouts/slideLayout87.xml"/><Relationship Id="rId19" Type="http://schemas.openxmlformats.org/officeDocument/2006/relationships/slideLayout" Target="../slideLayouts/slideLayout90.xml"/><Relationship Id="rId18" Type="http://schemas.openxmlformats.org/officeDocument/2006/relationships/slideLayout" Target="../slideLayouts/slideLayout89.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21.xml"/><Relationship Id="rId22" Type="http://schemas.openxmlformats.org/officeDocument/2006/relationships/slideLayout" Target="../slideLayouts/slideLayout123.xml"/><Relationship Id="rId21" Type="http://schemas.openxmlformats.org/officeDocument/2006/relationships/slideLayout" Target="../slideLayouts/slideLayout122.xml"/><Relationship Id="rId24" Type="http://schemas.openxmlformats.org/officeDocument/2006/relationships/slideLayout" Target="../slideLayouts/slideLayout125.xml"/><Relationship Id="rId23" Type="http://schemas.openxmlformats.org/officeDocument/2006/relationships/slideLayout" Target="../slideLayouts/slideLayout124.xml"/><Relationship Id="rId1" Type="http://schemas.openxmlformats.org/officeDocument/2006/relationships/slideLayout" Target="../slideLayouts/slideLayout102.xml"/><Relationship Id="rId2" Type="http://schemas.openxmlformats.org/officeDocument/2006/relationships/slideLayout" Target="../slideLayouts/slideLayout103.xml"/><Relationship Id="rId3" Type="http://schemas.openxmlformats.org/officeDocument/2006/relationships/slideLayout" Target="../slideLayouts/slideLayout104.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26" Type="http://schemas.openxmlformats.org/officeDocument/2006/relationships/slideLayout" Target="../slideLayouts/slideLayout127.xml"/><Relationship Id="rId25" Type="http://schemas.openxmlformats.org/officeDocument/2006/relationships/slideLayout" Target="../slideLayouts/slideLayout126.xml"/><Relationship Id="rId28" Type="http://schemas.openxmlformats.org/officeDocument/2006/relationships/slideLayout" Target="../slideLayouts/slideLayout129.xml"/><Relationship Id="rId27" Type="http://schemas.openxmlformats.org/officeDocument/2006/relationships/slideLayout" Target="../slideLayouts/slideLayout128.xml"/><Relationship Id="rId5" Type="http://schemas.openxmlformats.org/officeDocument/2006/relationships/slideLayout" Target="../slideLayouts/slideLayout106.xml"/><Relationship Id="rId6" Type="http://schemas.openxmlformats.org/officeDocument/2006/relationships/slideLayout" Target="../slideLayouts/slideLayout107.xml"/><Relationship Id="rId29" Type="http://schemas.openxmlformats.org/officeDocument/2006/relationships/slideLayout" Target="../slideLayouts/slideLayout130.xml"/><Relationship Id="rId7" Type="http://schemas.openxmlformats.org/officeDocument/2006/relationships/slideLayout" Target="../slideLayouts/slideLayout108.xml"/><Relationship Id="rId8" Type="http://schemas.openxmlformats.org/officeDocument/2006/relationships/slideLayout" Target="../slideLayouts/slideLayout109.xml"/><Relationship Id="rId31" Type="http://schemas.openxmlformats.org/officeDocument/2006/relationships/theme" Target="../theme/theme4.xml"/><Relationship Id="rId30" Type="http://schemas.openxmlformats.org/officeDocument/2006/relationships/slideLayout" Target="../slideLayouts/slideLayout131.xml"/><Relationship Id="rId11" Type="http://schemas.openxmlformats.org/officeDocument/2006/relationships/slideLayout" Target="../slideLayouts/slideLayout112.xml"/><Relationship Id="rId10" Type="http://schemas.openxmlformats.org/officeDocument/2006/relationships/slideLayout" Target="../slideLayouts/slideLayout111.xml"/><Relationship Id="rId13" Type="http://schemas.openxmlformats.org/officeDocument/2006/relationships/slideLayout" Target="../slideLayouts/slideLayout114.xml"/><Relationship Id="rId12" Type="http://schemas.openxmlformats.org/officeDocument/2006/relationships/slideLayout" Target="../slideLayouts/slideLayout113.xml"/><Relationship Id="rId15" Type="http://schemas.openxmlformats.org/officeDocument/2006/relationships/slideLayout" Target="../slideLayouts/slideLayout116.xml"/><Relationship Id="rId14" Type="http://schemas.openxmlformats.org/officeDocument/2006/relationships/slideLayout" Target="../slideLayouts/slideLayout115.xml"/><Relationship Id="rId17" Type="http://schemas.openxmlformats.org/officeDocument/2006/relationships/slideLayout" Target="../slideLayouts/slideLayout118.xml"/><Relationship Id="rId16" Type="http://schemas.openxmlformats.org/officeDocument/2006/relationships/slideLayout" Target="../slideLayouts/slideLayout117.xml"/><Relationship Id="rId19" Type="http://schemas.openxmlformats.org/officeDocument/2006/relationships/slideLayout" Target="../slideLayouts/slideLayout120.xml"/><Relationship Id="rId18"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52" name="Google Shape;52;p13"/>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465" name="Shape 1465"/>
        <p:cNvGrpSpPr/>
        <p:nvPr/>
      </p:nvGrpSpPr>
      <p:grpSpPr>
        <a:xfrm>
          <a:off x="0" y="0"/>
          <a:ext cx="0" cy="0"/>
          <a:chOff x="0" y="0"/>
          <a:chExt cx="0" cy="0"/>
        </a:xfrm>
      </p:grpSpPr>
      <p:sp>
        <p:nvSpPr>
          <p:cNvPr id="1466" name="Google Shape;1466;p44"/>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1467" name="Google Shape;1467;p44"/>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 id="2147483707" r:id="rId19"/>
    <p:sldLayoutId id="2147483708" r:id="rId20"/>
    <p:sldLayoutId id="2147483709" r:id="rId21"/>
    <p:sldLayoutId id="2147483710" r:id="rId22"/>
    <p:sldLayoutId id="2147483711" r:id="rId23"/>
    <p:sldLayoutId id="2147483712" r:id="rId24"/>
    <p:sldLayoutId id="2147483713" r:id="rId25"/>
    <p:sldLayoutId id="2147483714" r:id="rId26"/>
    <p:sldLayoutId id="2147483715" r:id="rId27"/>
    <p:sldLayoutId id="2147483716" r:id="rId28"/>
    <p:sldLayoutId id="2147483717" r:id="rId29"/>
    <p:sldLayoutId id="214748371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880" name="Shape 2880"/>
        <p:cNvGrpSpPr/>
        <p:nvPr/>
      </p:nvGrpSpPr>
      <p:grpSpPr>
        <a:xfrm>
          <a:off x="0" y="0"/>
          <a:ext cx="0" cy="0"/>
          <a:chOff x="0" y="0"/>
          <a:chExt cx="0" cy="0"/>
        </a:xfrm>
      </p:grpSpPr>
      <p:sp>
        <p:nvSpPr>
          <p:cNvPr id="2881" name="Google Shape;2881;p75"/>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2882" name="Google Shape;2882;p75"/>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295" name="Shape 4295"/>
        <p:cNvGrpSpPr/>
        <p:nvPr/>
      </p:nvGrpSpPr>
      <p:grpSpPr>
        <a:xfrm>
          <a:off x="0" y="0"/>
          <a:ext cx="0" cy="0"/>
          <a:chOff x="0" y="0"/>
          <a:chExt cx="0" cy="0"/>
        </a:xfrm>
      </p:grpSpPr>
      <p:sp>
        <p:nvSpPr>
          <p:cNvPr id="4296" name="Google Shape;4296;p106"/>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4297" name="Google Shape;4297;p106"/>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 id="2147483773" r:id="rId25"/>
    <p:sldLayoutId id="2147483774" r:id="rId26"/>
    <p:sldLayoutId id="2147483775" r:id="rId27"/>
    <p:sldLayoutId id="2147483776" r:id="rId28"/>
    <p:sldLayoutId id="2147483777" r:id="rId29"/>
    <p:sldLayoutId id="21474837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8.xml"/><Relationship Id="rId3" Type="http://schemas.openxmlformats.org/officeDocument/2006/relationships/hyperlink" Target="http://drive.google.com/file/d/1yQqPDlN-aipyen2R9JWn-cAS6zKtZTWE/view" TargetMode="Externa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9.xml"/><Relationship Id="rId3" Type="http://schemas.openxmlformats.org/officeDocument/2006/relationships/hyperlink" Target="http://www.progkids.com/en/blog/swift" TargetMode="External"/><Relationship Id="rId4" Type="http://schemas.openxmlformats.org/officeDocument/2006/relationships/hyperlink" Target="http://www.geeksforgeeks.org/swift/swift-programming-languag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13" name="Shape 5713"/>
        <p:cNvGrpSpPr/>
        <p:nvPr/>
      </p:nvGrpSpPr>
      <p:grpSpPr>
        <a:xfrm>
          <a:off x="0" y="0"/>
          <a:ext cx="0" cy="0"/>
          <a:chOff x="0" y="0"/>
          <a:chExt cx="0" cy="0"/>
        </a:xfrm>
      </p:grpSpPr>
      <p:sp>
        <p:nvSpPr>
          <p:cNvPr id="5714" name="Google Shape;5714;p137"/>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Grace Asaad, Taylor Atkinson, Suraj Srinivasa, Ini Ogunsanya, Tommy Hall, Isaiah Deppong</a:t>
            </a:r>
            <a:endParaRPr/>
          </a:p>
          <a:p>
            <a:pPr indent="0" lvl="0" marL="0" rtl="0" algn="l">
              <a:spcBef>
                <a:spcPts val="0"/>
              </a:spcBef>
              <a:spcAft>
                <a:spcPts val="0"/>
              </a:spcAft>
              <a:buNone/>
            </a:pPr>
            <a:r>
              <a:t/>
            </a:r>
            <a:endParaRPr/>
          </a:p>
        </p:txBody>
      </p:sp>
      <p:sp>
        <p:nvSpPr>
          <p:cNvPr id="5715" name="Google Shape;5715;p137"/>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SwiftTinyHTTP</a:t>
            </a:r>
            <a:endParaRPr/>
          </a:p>
          <a:p>
            <a:pPr indent="0" lvl="0" marL="0" rtl="0" algn="l">
              <a:spcBef>
                <a:spcPts val="0"/>
              </a:spcBef>
              <a:spcAft>
                <a:spcPts val="0"/>
              </a:spcAft>
              <a:buNone/>
            </a:pPr>
            <a:r>
              <a:t/>
            </a:r>
            <a:endParaRPr/>
          </a:p>
        </p:txBody>
      </p:sp>
      <p:grpSp>
        <p:nvGrpSpPr>
          <p:cNvPr id="5716" name="Google Shape;5716;p137"/>
          <p:cNvGrpSpPr/>
          <p:nvPr/>
        </p:nvGrpSpPr>
        <p:grpSpPr>
          <a:xfrm>
            <a:off x="1096850" y="3242811"/>
            <a:ext cx="3936683" cy="134070"/>
            <a:chOff x="1096850" y="3242811"/>
            <a:chExt cx="3936683" cy="134070"/>
          </a:xfrm>
        </p:grpSpPr>
        <p:cxnSp>
          <p:nvCxnSpPr>
            <p:cNvPr id="5717" name="Google Shape;5717;p137"/>
            <p:cNvCxnSpPr/>
            <p:nvPr/>
          </p:nvCxnSpPr>
          <p:spPr>
            <a:xfrm>
              <a:off x="1096850" y="3309850"/>
              <a:ext cx="3840600" cy="0"/>
            </a:xfrm>
            <a:prstGeom prst="straightConnector1">
              <a:avLst/>
            </a:prstGeom>
            <a:noFill/>
            <a:ln cap="flat" cmpd="sng" w="9525">
              <a:solidFill>
                <a:schemeClr val="dk2"/>
              </a:solidFill>
              <a:prstDash val="solid"/>
              <a:round/>
              <a:headEnd len="med" w="med" type="none"/>
              <a:tailEnd len="med" w="med" type="none"/>
            </a:ln>
          </p:spPr>
        </p:cxnSp>
        <p:grpSp>
          <p:nvGrpSpPr>
            <p:cNvPr id="5718" name="Google Shape;5718;p137"/>
            <p:cNvGrpSpPr/>
            <p:nvPr/>
          </p:nvGrpSpPr>
          <p:grpSpPr>
            <a:xfrm>
              <a:off x="4899464" y="3242811"/>
              <a:ext cx="134070" cy="134070"/>
              <a:chOff x="8382514" y="1084976"/>
              <a:chExt cx="265800" cy="265800"/>
            </a:xfrm>
          </p:grpSpPr>
          <p:sp>
            <p:nvSpPr>
              <p:cNvPr id="5719" name="Google Shape;5719;p137"/>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137"/>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21" name="Google Shape;5721;p137"/>
          <p:cNvGrpSpPr/>
          <p:nvPr/>
        </p:nvGrpSpPr>
        <p:grpSpPr>
          <a:xfrm>
            <a:off x="8017401" y="-313900"/>
            <a:ext cx="134100" cy="1891393"/>
            <a:chOff x="8017401" y="-313900"/>
            <a:chExt cx="134100" cy="1891393"/>
          </a:xfrm>
        </p:grpSpPr>
        <p:sp>
          <p:nvSpPr>
            <p:cNvPr id="5722" name="Google Shape;5722;p137"/>
            <p:cNvSpPr/>
            <p:nvPr/>
          </p:nvSpPr>
          <p:spPr>
            <a:xfrm rot="5400000">
              <a:off x="8017401" y="1443393"/>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23" name="Google Shape;5723;p137"/>
            <p:cNvCxnSpPr/>
            <p:nvPr/>
          </p:nvCxnSpPr>
          <p:spPr>
            <a:xfrm>
              <a:off x="8084450" y="-313900"/>
              <a:ext cx="0" cy="1795200"/>
            </a:xfrm>
            <a:prstGeom prst="straightConnector1">
              <a:avLst/>
            </a:prstGeom>
            <a:noFill/>
            <a:ln cap="flat" cmpd="sng" w="9525">
              <a:solidFill>
                <a:schemeClr val="dk2"/>
              </a:solidFill>
              <a:prstDash val="solid"/>
              <a:round/>
              <a:headEnd len="med" w="med" type="none"/>
              <a:tailEnd len="med" w="med" type="none"/>
            </a:ln>
          </p:spPr>
        </p:cxnSp>
        <p:sp>
          <p:nvSpPr>
            <p:cNvPr id="5724" name="Google Shape;5724;p137"/>
            <p:cNvSpPr/>
            <p:nvPr/>
          </p:nvSpPr>
          <p:spPr>
            <a:xfrm rot="5400000">
              <a:off x="8047559" y="1473505"/>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5" name="Google Shape;5725;p137"/>
          <p:cNvGrpSpPr/>
          <p:nvPr/>
        </p:nvGrpSpPr>
        <p:grpSpPr>
          <a:xfrm>
            <a:off x="6309526" y="957475"/>
            <a:ext cx="3504715" cy="5119205"/>
            <a:chOff x="6309526" y="836950"/>
            <a:chExt cx="3504715" cy="5119205"/>
          </a:xfrm>
        </p:grpSpPr>
        <p:sp>
          <p:nvSpPr>
            <p:cNvPr id="5726" name="Google Shape;5726;p137"/>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27" name="Google Shape;5727;p137"/>
            <p:cNvGrpSpPr/>
            <p:nvPr/>
          </p:nvGrpSpPr>
          <p:grpSpPr>
            <a:xfrm>
              <a:off x="7728436" y="3524084"/>
              <a:ext cx="134004" cy="134004"/>
              <a:chOff x="8356813" y="1074288"/>
              <a:chExt cx="351900" cy="351900"/>
            </a:xfrm>
          </p:grpSpPr>
          <p:sp>
            <p:nvSpPr>
              <p:cNvPr id="5728" name="Google Shape;5728;p13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13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0" name="Google Shape;5730;p137"/>
            <p:cNvGrpSpPr/>
            <p:nvPr/>
          </p:nvGrpSpPr>
          <p:grpSpPr>
            <a:xfrm>
              <a:off x="7344361" y="3150259"/>
              <a:ext cx="134004" cy="134004"/>
              <a:chOff x="8356813" y="1074288"/>
              <a:chExt cx="351900" cy="351900"/>
            </a:xfrm>
          </p:grpSpPr>
          <p:sp>
            <p:nvSpPr>
              <p:cNvPr id="5731" name="Google Shape;5731;p13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13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3" name="Google Shape;5733;p137"/>
            <p:cNvGrpSpPr/>
            <p:nvPr/>
          </p:nvGrpSpPr>
          <p:grpSpPr>
            <a:xfrm>
              <a:off x="8337811" y="2464059"/>
              <a:ext cx="134004" cy="134004"/>
              <a:chOff x="8356813" y="1074288"/>
              <a:chExt cx="351900" cy="351900"/>
            </a:xfrm>
          </p:grpSpPr>
          <p:sp>
            <p:nvSpPr>
              <p:cNvPr id="5734" name="Google Shape;5734;p13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137"/>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36" name="Google Shape;5736;p137"/>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0" name="Shape 5740"/>
        <p:cNvGrpSpPr/>
        <p:nvPr/>
      </p:nvGrpSpPr>
      <p:grpSpPr>
        <a:xfrm>
          <a:off x="0" y="0"/>
          <a:ext cx="0" cy="0"/>
          <a:chOff x="0" y="0"/>
          <a:chExt cx="0" cy="0"/>
        </a:xfrm>
      </p:grpSpPr>
      <p:sp>
        <p:nvSpPr>
          <p:cNvPr id="5741" name="Google Shape;5741;p1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language Paradigm</a:t>
            </a:r>
            <a:endParaRPr/>
          </a:p>
          <a:p>
            <a:pPr indent="0" lvl="0" marL="0" rtl="0" algn="l">
              <a:spcBef>
                <a:spcPts val="0"/>
              </a:spcBef>
              <a:spcAft>
                <a:spcPts val="0"/>
              </a:spcAft>
              <a:buNone/>
            </a:pPr>
            <a:r>
              <a:t/>
            </a:r>
            <a:endParaRPr/>
          </a:p>
        </p:txBody>
      </p:sp>
      <p:sp>
        <p:nvSpPr>
          <p:cNvPr id="5742" name="Google Shape;5742;p138"/>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Swift is a multi-paradigm programming language. It supports:</a:t>
            </a:r>
            <a:endParaRPr/>
          </a:p>
          <a:p>
            <a:pPr indent="-317500" lvl="0" marL="457200" rtl="0" algn="l">
              <a:spcBef>
                <a:spcPts val="0"/>
              </a:spcBef>
              <a:spcAft>
                <a:spcPts val="0"/>
              </a:spcAft>
              <a:buSzPts val="1400"/>
              <a:buChar char="-"/>
            </a:pPr>
            <a:r>
              <a:rPr lang="en"/>
              <a:t>Imperative/procedural programming</a:t>
            </a:r>
            <a:endParaRPr/>
          </a:p>
          <a:p>
            <a:pPr indent="-317500" lvl="0" marL="457200" rtl="0" algn="l">
              <a:spcBef>
                <a:spcPts val="0"/>
              </a:spcBef>
              <a:spcAft>
                <a:spcPts val="0"/>
              </a:spcAft>
              <a:buSzPts val="1400"/>
              <a:buChar char="-"/>
            </a:pPr>
            <a:r>
              <a:rPr lang="en"/>
              <a:t>Object-Oriented programming</a:t>
            </a:r>
            <a:endParaRPr/>
          </a:p>
          <a:p>
            <a:pPr indent="-317500" lvl="0" marL="457200" rtl="0" algn="l">
              <a:spcBef>
                <a:spcPts val="0"/>
              </a:spcBef>
              <a:spcAft>
                <a:spcPts val="0"/>
              </a:spcAft>
              <a:buSzPts val="1400"/>
              <a:buChar char="-"/>
            </a:pPr>
            <a:r>
              <a:rPr lang="en"/>
              <a:t>Functional programming</a:t>
            </a:r>
            <a:endParaRPr/>
          </a:p>
          <a:p>
            <a:pPr indent="-317500" lvl="0" marL="457200" rtl="0" algn="l">
              <a:spcBef>
                <a:spcPts val="0"/>
              </a:spcBef>
              <a:spcAft>
                <a:spcPts val="0"/>
              </a:spcAft>
              <a:buSzPts val="1400"/>
              <a:buChar char="-"/>
            </a:pPr>
            <a:r>
              <a:rPr lang="en"/>
              <a:t>Protocol-oriented programming </a:t>
            </a:r>
            <a:endParaRPr/>
          </a:p>
          <a:p>
            <a:pPr indent="0" lvl="0" marL="0" rtl="0" algn="l">
              <a:spcBef>
                <a:spcPts val="0"/>
              </a:spcBef>
              <a:spcAft>
                <a:spcPts val="0"/>
              </a:spcAft>
              <a:buNone/>
            </a:pPr>
            <a:r>
              <a:t/>
            </a:r>
            <a:endParaRPr/>
          </a:p>
        </p:txBody>
      </p:sp>
      <p:grpSp>
        <p:nvGrpSpPr>
          <p:cNvPr id="5743" name="Google Shape;5743;p138"/>
          <p:cNvGrpSpPr/>
          <p:nvPr/>
        </p:nvGrpSpPr>
        <p:grpSpPr>
          <a:xfrm>
            <a:off x="-123925" y="4132283"/>
            <a:ext cx="4558967" cy="1141122"/>
            <a:chOff x="-123925" y="4132283"/>
            <a:chExt cx="4558967" cy="1141122"/>
          </a:xfrm>
        </p:grpSpPr>
        <p:grpSp>
          <p:nvGrpSpPr>
            <p:cNvPr id="5744" name="Google Shape;5744;p138"/>
            <p:cNvGrpSpPr/>
            <p:nvPr/>
          </p:nvGrpSpPr>
          <p:grpSpPr>
            <a:xfrm>
              <a:off x="-2" y="4132283"/>
              <a:ext cx="2308406" cy="1141122"/>
              <a:chOff x="-2" y="4132283"/>
              <a:chExt cx="2308406" cy="1141122"/>
            </a:xfrm>
          </p:grpSpPr>
          <p:sp>
            <p:nvSpPr>
              <p:cNvPr id="5745" name="Google Shape;5745;p138"/>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138"/>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7" name="Google Shape;5747;p138"/>
            <p:cNvGrpSpPr/>
            <p:nvPr/>
          </p:nvGrpSpPr>
          <p:grpSpPr>
            <a:xfrm>
              <a:off x="-123925" y="4386226"/>
              <a:ext cx="4558967" cy="134100"/>
              <a:chOff x="796100" y="3019701"/>
              <a:chExt cx="4558967" cy="134100"/>
            </a:xfrm>
          </p:grpSpPr>
          <p:sp>
            <p:nvSpPr>
              <p:cNvPr id="5748" name="Google Shape;5748;p1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49" name="Google Shape;5749;p1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750" name="Google Shape;5750;p1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5751" name="Google Shape;5751;p138"/>
          <p:cNvPicPr preferRelativeResize="0"/>
          <p:nvPr/>
        </p:nvPicPr>
        <p:blipFill>
          <a:blip r:embed="rId3">
            <a:alphaModFix/>
          </a:blip>
          <a:stretch>
            <a:fillRect/>
          </a:stretch>
        </p:blipFill>
        <p:spPr>
          <a:xfrm>
            <a:off x="5784801" y="2150854"/>
            <a:ext cx="1830600" cy="1830600"/>
          </a:xfrm>
          <a:prstGeom prst="rect">
            <a:avLst/>
          </a:prstGeom>
          <a:noFill/>
          <a:ln>
            <a:noFill/>
          </a:ln>
        </p:spPr>
      </p:pic>
      <p:sp>
        <p:nvSpPr>
          <p:cNvPr id="5752" name="Google Shape;5752;p138"/>
          <p:cNvSpPr txBox="1"/>
          <p:nvPr/>
        </p:nvSpPr>
        <p:spPr>
          <a:xfrm>
            <a:off x="8555805"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TJ</a:t>
            </a:r>
            <a:endParaRPr>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6" name="Shape 5756"/>
        <p:cNvGrpSpPr/>
        <p:nvPr/>
      </p:nvGrpSpPr>
      <p:grpSpPr>
        <a:xfrm>
          <a:off x="0" y="0"/>
          <a:ext cx="0" cy="0"/>
          <a:chOff x="0" y="0"/>
          <a:chExt cx="0" cy="0"/>
        </a:xfrm>
      </p:grpSpPr>
      <p:sp>
        <p:nvSpPr>
          <p:cNvPr id="5757" name="Google Shape;5757;p1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it fits into historical evolution of programming languages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5758" name="Google Shape;5758;p139"/>
          <p:cNvGrpSpPr/>
          <p:nvPr/>
        </p:nvGrpSpPr>
        <p:grpSpPr>
          <a:xfrm>
            <a:off x="-123925" y="4132283"/>
            <a:ext cx="4558967" cy="1141122"/>
            <a:chOff x="-123925" y="4132283"/>
            <a:chExt cx="4558967" cy="1141122"/>
          </a:xfrm>
        </p:grpSpPr>
        <p:grpSp>
          <p:nvGrpSpPr>
            <p:cNvPr id="5759" name="Google Shape;5759;p139"/>
            <p:cNvGrpSpPr/>
            <p:nvPr/>
          </p:nvGrpSpPr>
          <p:grpSpPr>
            <a:xfrm>
              <a:off x="-2" y="4132283"/>
              <a:ext cx="2308406" cy="1141122"/>
              <a:chOff x="-2" y="4132283"/>
              <a:chExt cx="2308406" cy="1141122"/>
            </a:xfrm>
          </p:grpSpPr>
          <p:sp>
            <p:nvSpPr>
              <p:cNvPr id="5760" name="Google Shape;5760;p1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1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2" name="Google Shape;5762;p139"/>
            <p:cNvGrpSpPr/>
            <p:nvPr/>
          </p:nvGrpSpPr>
          <p:grpSpPr>
            <a:xfrm>
              <a:off x="-123925" y="4386226"/>
              <a:ext cx="4558967" cy="134100"/>
              <a:chOff x="796100" y="3019701"/>
              <a:chExt cx="4558967" cy="134100"/>
            </a:xfrm>
          </p:grpSpPr>
          <p:sp>
            <p:nvSpPr>
              <p:cNvPr id="5763" name="Google Shape;5763;p1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64" name="Google Shape;5764;p1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765" name="Google Shape;5765;p1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5766" name="Google Shape;5766;p139"/>
          <p:cNvPicPr preferRelativeResize="0"/>
          <p:nvPr/>
        </p:nvPicPr>
        <p:blipFill>
          <a:blip r:embed="rId3">
            <a:alphaModFix/>
          </a:blip>
          <a:stretch>
            <a:fillRect/>
          </a:stretch>
        </p:blipFill>
        <p:spPr>
          <a:xfrm>
            <a:off x="5674206" y="3617275"/>
            <a:ext cx="3439175" cy="1507400"/>
          </a:xfrm>
          <a:prstGeom prst="rect">
            <a:avLst/>
          </a:prstGeom>
          <a:noFill/>
          <a:ln>
            <a:noFill/>
          </a:ln>
        </p:spPr>
      </p:pic>
      <p:sp>
        <p:nvSpPr>
          <p:cNvPr id="5767" name="Google Shape;5767;p139"/>
          <p:cNvSpPr txBox="1"/>
          <p:nvPr>
            <p:ph idx="2" type="subTitle"/>
          </p:nvPr>
        </p:nvSpPr>
        <p:spPr>
          <a:xfrm>
            <a:off x="689400" y="1983071"/>
            <a:ext cx="4984800" cy="23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Swift was introduced by Apple in 2014 as a modern replacement for Objective-C. There was a need for a more secure programming language. its roots trace back to Apple’s NeXT platform from the early 1990s, which later evolved into today’s iOS and macOS. Swift draws design inspiration from multiple languages, including not just Objective-C but also Python, Haskell, C#, and CLU, combining their best ideas into a unified modern syntax.</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p:txBody>
      </p:sp>
      <p:sp>
        <p:nvSpPr>
          <p:cNvPr id="5768" name="Google Shape;5768;p139"/>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Grace </a:t>
            </a:r>
            <a:endParaRPr>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2" name="Shape 5772"/>
        <p:cNvGrpSpPr/>
        <p:nvPr/>
      </p:nvGrpSpPr>
      <p:grpSpPr>
        <a:xfrm>
          <a:off x="0" y="0"/>
          <a:ext cx="0" cy="0"/>
          <a:chOff x="0" y="0"/>
          <a:chExt cx="0" cy="0"/>
        </a:xfrm>
      </p:grpSpPr>
      <p:sp>
        <p:nvSpPr>
          <p:cNvPr id="5773" name="Google Shape;5773;p1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What we found different about swift from other languages</a:t>
            </a:r>
            <a:endParaRPr sz="2800"/>
          </a:p>
          <a:p>
            <a:pPr indent="0" lvl="0" marL="0" rtl="0" algn="l">
              <a:spcBef>
                <a:spcPts val="0"/>
              </a:spcBef>
              <a:spcAft>
                <a:spcPts val="0"/>
              </a:spcAft>
              <a:buNone/>
            </a:pPr>
            <a:r>
              <a:t/>
            </a:r>
            <a:endParaRPr/>
          </a:p>
        </p:txBody>
      </p:sp>
      <p:sp>
        <p:nvSpPr>
          <p:cNvPr id="5774" name="Google Shape;5774;p140"/>
          <p:cNvSpPr txBox="1"/>
          <p:nvPr>
            <p:ph idx="2" type="subTitle"/>
          </p:nvPr>
        </p:nvSpPr>
        <p:spPr>
          <a:xfrm>
            <a:off x="720000" y="1483700"/>
            <a:ext cx="74712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Swift differs from other multi-paradigm languages </a:t>
            </a:r>
            <a:r>
              <a:rPr lang="en" sz="1800"/>
              <a:t>because of its </a:t>
            </a:r>
            <a:r>
              <a:rPr lang="en" sz="1800"/>
              <a:t>emphasis on protocol-oriented programming, prioritizing protocols and value types over traditional class inheritance.</a:t>
            </a:r>
            <a:endParaRPr sz="1800"/>
          </a:p>
          <a:p>
            <a:pPr indent="0" lvl="0" marL="0" rtl="0" algn="l">
              <a:spcBef>
                <a:spcPts val="1200"/>
              </a:spcBef>
              <a:spcAft>
                <a:spcPts val="0"/>
              </a:spcAft>
              <a:buNone/>
            </a:pPr>
            <a:r>
              <a:rPr lang="en" sz="1800"/>
              <a:t>It also offers a rare combination of memory safety, modern syntax, and C-level performance, while still allowing seamless interoperability with low-level C APIs something that many languages in the same paradigm do not provide.</a:t>
            </a:r>
            <a:endParaRPr sz="1800"/>
          </a:p>
          <a:p>
            <a:pPr indent="0" lvl="0" marL="0" rtl="0" algn="l">
              <a:spcBef>
                <a:spcPts val="1200"/>
              </a:spcBef>
              <a:spcAft>
                <a:spcPts val="0"/>
              </a:spcAft>
              <a:buNone/>
            </a:pPr>
            <a:r>
              <a:t/>
            </a:r>
            <a:endParaRPr/>
          </a:p>
        </p:txBody>
      </p:sp>
      <p:grpSp>
        <p:nvGrpSpPr>
          <p:cNvPr id="5775" name="Google Shape;5775;p140"/>
          <p:cNvGrpSpPr/>
          <p:nvPr/>
        </p:nvGrpSpPr>
        <p:grpSpPr>
          <a:xfrm>
            <a:off x="-123925" y="4132283"/>
            <a:ext cx="4558967" cy="1141122"/>
            <a:chOff x="-123925" y="4132283"/>
            <a:chExt cx="4558967" cy="1141122"/>
          </a:xfrm>
        </p:grpSpPr>
        <p:grpSp>
          <p:nvGrpSpPr>
            <p:cNvPr id="5776" name="Google Shape;5776;p140"/>
            <p:cNvGrpSpPr/>
            <p:nvPr/>
          </p:nvGrpSpPr>
          <p:grpSpPr>
            <a:xfrm>
              <a:off x="-2" y="4132283"/>
              <a:ext cx="2308406" cy="1141122"/>
              <a:chOff x="-2" y="4132283"/>
              <a:chExt cx="2308406" cy="1141122"/>
            </a:xfrm>
          </p:grpSpPr>
          <p:sp>
            <p:nvSpPr>
              <p:cNvPr id="5777" name="Google Shape;5777;p140"/>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8" name="Google Shape;5778;p140"/>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9" name="Google Shape;5779;p140"/>
            <p:cNvGrpSpPr/>
            <p:nvPr/>
          </p:nvGrpSpPr>
          <p:grpSpPr>
            <a:xfrm>
              <a:off x="-123925" y="4386226"/>
              <a:ext cx="4558967" cy="134100"/>
              <a:chOff x="796100" y="3019701"/>
              <a:chExt cx="4558967" cy="134100"/>
            </a:xfrm>
          </p:grpSpPr>
          <p:sp>
            <p:nvSpPr>
              <p:cNvPr id="5780" name="Google Shape;5780;p140"/>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81" name="Google Shape;5781;p140"/>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5782" name="Google Shape;5782;p140"/>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3" name="Google Shape;5783;p140"/>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Taylor</a:t>
            </a:r>
            <a:endParaRPr>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7" name="Shape 5787"/>
        <p:cNvGrpSpPr/>
        <p:nvPr/>
      </p:nvGrpSpPr>
      <p:grpSpPr>
        <a:xfrm>
          <a:off x="0" y="0"/>
          <a:ext cx="0" cy="0"/>
          <a:chOff x="0" y="0"/>
          <a:chExt cx="0" cy="0"/>
        </a:xfrm>
      </p:grpSpPr>
      <p:sp>
        <p:nvSpPr>
          <p:cNvPr id="5788" name="Google Shape;5788;p1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Features we found helpful</a:t>
            </a:r>
            <a:endParaRPr/>
          </a:p>
        </p:txBody>
      </p:sp>
      <p:sp>
        <p:nvSpPr>
          <p:cNvPr id="5789" name="Google Shape;5789;p141"/>
          <p:cNvSpPr txBox="1"/>
          <p:nvPr/>
        </p:nvSpPr>
        <p:spPr>
          <a:xfrm>
            <a:off x="720000" y="1310275"/>
            <a:ext cx="7043100" cy="26526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Nil</a:t>
            </a:r>
            <a:endParaRPr sz="1900">
              <a:solidFill>
                <a:schemeClr val="dk1"/>
              </a:solidFill>
              <a:latin typeface="Poppins"/>
              <a:ea typeface="Poppins"/>
              <a:cs typeface="Poppins"/>
              <a:sym typeface="Poppins"/>
            </a:endParaRPr>
          </a:p>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Familiar syntax</a:t>
            </a:r>
            <a:endParaRPr sz="1900">
              <a:solidFill>
                <a:schemeClr val="dk1"/>
              </a:solidFill>
              <a:latin typeface="Poppins"/>
              <a:ea typeface="Poppins"/>
              <a:cs typeface="Poppins"/>
              <a:sym typeface="Poppins"/>
            </a:endParaRPr>
          </a:p>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Option types</a:t>
            </a:r>
            <a:endParaRPr sz="1900">
              <a:solidFill>
                <a:schemeClr val="dk1"/>
              </a:solidFill>
              <a:latin typeface="Poppins"/>
              <a:ea typeface="Poppins"/>
              <a:cs typeface="Poppins"/>
              <a:sym typeface="Poppins"/>
            </a:endParaRPr>
          </a:p>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Built-in package manager</a:t>
            </a:r>
            <a:endParaRPr sz="1900">
              <a:solidFill>
                <a:schemeClr val="dk1"/>
              </a:solidFill>
              <a:latin typeface="Poppins"/>
              <a:ea typeface="Poppins"/>
              <a:cs typeface="Poppins"/>
              <a:sym typeface="Poppins"/>
            </a:endParaRPr>
          </a:p>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Forced Memory Safety</a:t>
            </a:r>
            <a:endParaRPr sz="1900">
              <a:solidFill>
                <a:schemeClr val="dk1"/>
              </a:solidFill>
              <a:latin typeface="Poppins"/>
              <a:ea typeface="Poppins"/>
              <a:cs typeface="Poppins"/>
              <a:sym typeface="Poppins"/>
            </a:endParaRPr>
          </a:p>
          <a:p>
            <a:pPr indent="-349250" lvl="0" marL="457200" rtl="0" algn="l">
              <a:lnSpc>
                <a:spcPct val="115000"/>
              </a:lnSpc>
              <a:spcBef>
                <a:spcPts val="0"/>
              </a:spcBef>
              <a:spcAft>
                <a:spcPts val="0"/>
              </a:spcAft>
              <a:buClr>
                <a:schemeClr val="dk1"/>
              </a:buClr>
              <a:buSzPts val="1900"/>
              <a:buFont typeface="Poppins"/>
              <a:buChar char="●"/>
            </a:pPr>
            <a:r>
              <a:rPr lang="en" sz="1900">
                <a:solidFill>
                  <a:schemeClr val="dk1"/>
                </a:solidFill>
                <a:latin typeface="Poppins"/>
                <a:ea typeface="Poppins"/>
                <a:cs typeface="Poppins"/>
                <a:sym typeface="Poppins"/>
              </a:rPr>
              <a:t>C++ interoperability</a:t>
            </a:r>
            <a:endParaRPr sz="1900">
              <a:solidFill>
                <a:schemeClr val="dk1"/>
              </a:solidFill>
              <a:latin typeface="Poppins"/>
              <a:ea typeface="Poppins"/>
              <a:cs typeface="Poppins"/>
              <a:sym typeface="Poppins"/>
            </a:endParaRPr>
          </a:p>
        </p:txBody>
      </p:sp>
      <p:sp>
        <p:nvSpPr>
          <p:cNvPr id="5790" name="Google Shape;5790;p141"/>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Isaiah</a:t>
            </a:r>
            <a:endParaRPr>
              <a:solidFill>
                <a:schemeClr val="dk1"/>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4" name="Shape 5794"/>
        <p:cNvGrpSpPr/>
        <p:nvPr/>
      </p:nvGrpSpPr>
      <p:grpSpPr>
        <a:xfrm>
          <a:off x="0" y="0"/>
          <a:ext cx="0" cy="0"/>
          <a:chOff x="0" y="0"/>
          <a:chExt cx="0" cy="0"/>
        </a:xfrm>
      </p:grpSpPr>
      <p:sp>
        <p:nvSpPr>
          <p:cNvPr id="5795" name="Google Shape;5795;p1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t>
            </a:r>
            <a:r>
              <a:rPr lang="en"/>
              <a:t>swift</a:t>
            </a:r>
            <a:r>
              <a:rPr lang="en"/>
              <a:t> offers to programmers</a:t>
            </a:r>
            <a:endParaRPr/>
          </a:p>
        </p:txBody>
      </p:sp>
      <p:sp>
        <p:nvSpPr>
          <p:cNvPr id="5796" name="Google Shape;5796;p142"/>
          <p:cNvSpPr txBox="1"/>
          <p:nvPr/>
        </p:nvSpPr>
        <p:spPr>
          <a:xfrm>
            <a:off x="783350" y="1308050"/>
            <a:ext cx="6998400" cy="3333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rgbClr val="191919"/>
              </a:buClr>
              <a:buSzPts val="1600"/>
              <a:buFont typeface="Poppins"/>
              <a:buChar char="●"/>
            </a:pPr>
            <a:r>
              <a:rPr lang="en" sz="1600">
                <a:solidFill>
                  <a:srgbClr val="191919"/>
                </a:solidFill>
                <a:latin typeface="Poppins"/>
                <a:ea typeface="Poppins"/>
                <a:cs typeface="Poppins"/>
                <a:sym typeface="Poppins"/>
              </a:rPr>
              <a:t>Swift offers a combination of high-level readability and low-level performance, making it suitable for a wide range of applications.</a:t>
            </a:r>
            <a:endParaRPr sz="1600">
              <a:solidFill>
                <a:srgbClr val="191919"/>
              </a:solidFill>
              <a:latin typeface="Poppins"/>
              <a:ea typeface="Poppins"/>
              <a:cs typeface="Poppins"/>
              <a:sym typeface="Poppins"/>
            </a:endParaRPr>
          </a:p>
          <a:p>
            <a:pPr indent="-330200" lvl="0" marL="457200" rtl="0" algn="l">
              <a:lnSpc>
                <a:spcPct val="115000"/>
              </a:lnSpc>
              <a:spcBef>
                <a:spcPts val="0"/>
              </a:spcBef>
              <a:spcAft>
                <a:spcPts val="0"/>
              </a:spcAft>
              <a:buClr>
                <a:srgbClr val="191919"/>
              </a:buClr>
              <a:buSzPts val="1600"/>
              <a:buFont typeface="Poppins"/>
              <a:buChar char="●"/>
            </a:pPr>
            <a:r>
              <a:rPr lang="en" sz="1600">
                <a:solidFill>
                  <a:srgbClr val="191919"/>
                </a:solidFill>
                <a:latin typeface="Poppins"/>
                <a:ea typeface="Poppins"/>
                <a:cs typeface="Poppins"/>
                <a:sym typeface="Poppins"/>
              </a:rPr>
              <a:t>The language is designed with strong safety features that reduce bugs and improve reliability.</a:t>
            </a:r>
            <a:endParaRPr sz="1600">
              <a:solidFill>
                <a:srgbClr val="191919"/>
              </a:solidFill>
              <a:latin typeface="Poppins"/>
              <a:ea typeface="Poppins"/>
              <a:cs typeface="Poppins"/>
              <a:sym typeface="Poppins"/>
            </a:endParaRPr>
          </a:p>
          <a:p>
            <a:pPr indent="-330200" lvl="0" marL="457200" rtl="0" algn="l">
              <a:lnSpc>
                <a:spcPct val="115000"/>
              </a:lnSpc>
              <a:spcBef>
                <a:spcPts val="0"/>
              </a:spcBef>
              <a:spcAft>
                <a:spcPts val="0"/>
              </a:spcAft>
              <a:buClr>
                <a:srgbClr val="191919"/>
              </a:buClr>
              <a:buSzPts val="1600"/>
              <a:buFont typeface="Poppins"/>
              <a:buChar char="●"/>
            </a:pPr>
            <a:r>
              <a:rPr lang="en" sz="1600">
                <a:solidFill>
                  <a:srgbClr val="191919"/>
                </a:solidFill>
                <a:latin typeface="Poppins"/>
                <a:ea typeface="Poppins"/>
                <a:cs typeface="Poppins"/>
                <a:sym typeface="Poppins"/>
              </a:rPr>
              <a:t>Swift’s cross-platform capabilities allow developers to build programs that run on macOS, iOS, Linux, and Windows***.</a:t>
            </a:r>
            <a:endParaRPr sz="1600">
              <a:solidFill>
                <a:srgbClr val="191919"/>
              </a:solidFill>
              <a:latin typeface="Poppins"/>
              <a:ea typeface="Poppins"/>
              <a:cs typeface="Poppins"/>
              <a:sym typeface="Poppins"/>
            </a:endParaRPr>
          </a:p>
          <a:p>
            <a:pPr indent="-330200" lvl="0" marL="457200" rtl="0" algn="l">
              <a:lnSpc>
                <a:spcPct val="115000"/>
              </a:lnSpc>
              <a:spcBef>
                <a:spcPts val="0"/>
              </a:spcBef>
              <a:spcAft>
                <a:spcPts val="0"/>
              </a:spcAft>
              <a:buClr>
                <a:srgbClr val="191919"/>
              </a:buClr>
              <a:buSzPts val="1600"/>
              <a:buFont typeface="Poppins"/>
              <a:buChar char="●"/>
            </a:pPr>
            <a:r>
              <a:rPr lang="en" sz="1600">
                <a:solidFill>
                  <a:srgbClr val="191919"/>
                </a:solidFill>
                <a:latin typeface="Poppins"/>
                <a:ea typeface="Poppins"/>
                <a:cs typeface="Poppins"/>
                <a:sym typeface="Poppins"/>
              </a:rPr>
              <a:t>Because Swift can interface directly with system-level APIs, it gives programmers the flexibility to build both application-level and systems-level software.</a:t>
            </a:r>
            <a:endParaRPr sz="1600">
              <a:solidFill>
                <a:srgbClr val="191919"/>
              </a:solidFill>
              <a:latin typeface="Poppins"/>
              <a:ea typeface="Poppins"/>
              <a:cs typeface="Poppins"/>
              <a:sym typeface="Poppins"/>
            </a:endParaRPr>
          </a:p>
          <a:p>
            <a:pPr indent="0" lvl="0" marL="0" rtl="0" algn="l">
              <a:spcBef>
                <a:spcPts val="1200"/>
              </a:spcBef>
              <a:spcAft>
                <a:spcPts val="0"/>
              </a:spcAft>
              <a:buNone/>
            </a:pPr>
            <a:r>
              <a:t/>
            </a:r>
            <a:endParaRPr sz="1300">
              <a:solidFill>
                <a:srgbClr val="191919"/>
              </a:solidFill>
              <a:latin typeface="Poppins"/>
              <a:ea typeface="Poppins"/>
              <a:cs typeface="Poppins"/>
              <a:sym typeface="Poppins"/>
            </a:endParaRPr>
          </a:p>
        </p:txBody>
      </p:sp>
      <p:sp>
        <p:nvSpPr>
          <p:cNvPr id="5797" name="Google Shape;5797;p142"/>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Ini</a:t>
            </a:r>
            <a:r>
              <a:rPr lang="en">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1" name="Shape 5801"/>
        <p:cNvGrpSpPr/>
        <p:nvPr/>
      </p:nvGrpSpPr>
      <p:grpSpPr>
        <a:xfrm>
          <a:off x="0" y="0"/>
          <a:ext cx="0" cy="0"/>
          <a:chOff x="0" y="0"/>
          <a:chExt cx="0" cy="0"/>
        </a:xfrm>
      </p:grpSpPr>
      <p:sp>
        <p:nvSpPr>
          <p:cNvPr id="5802" name="Google Shape;5802;p1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type of application swift is best suited for</a:t>
            </a:r>
            <a:endParaRPr/>
          </a:p>
        </p:txBody>
      </p:sp>
      <p:sp>
        <p:nvSpPr>
          <p:cNvPr id="5803" name="Google Shape;5803;p143"/>
          <p:cNvSpPr txBox="1"/>
          <p:nvPr/>
        </p:nvSpPr>
        <p:spPr>
          <a:xfrm>
            <a:off x="771725" y="1657625"/>
            <a:ext cx="6293100" cy="18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1"/>
                </a:solidFill>
                <a:latin typeface="Poppins"/>
                <a:ea typeface="Poppins"/>
                <a:cs typeface="Poppins"/>
                <a:sym typeface="Poppins"/>
              </a:rPr>
              <a:t>Swift is best suited for building applications within the Apple ecosystem, such as iOS, macOS, etc, because it was designed specifically for these platforms and integrates tightly with Apple’s frameworks. However, Swift is also well suited for server-side development and command-line tools.</a:t>
            </a:r>
            <a:endParaRPr>
              <a:solidFill>
                <a:schemeClr val="dk1"/>
              </a:solidFill>
              <a:latin typeface="Poppins"/>
              <a:ea typeface="Poppins"/>
              <a:cs typeface="Poppins"/>
              <a:sym typeface="Poppins"/>
            </a:endParaRPr>
          </a:p>
        </p:txBody>
      </p:sp>
      <p:sp>
        <p:nvSpPr>
          <p:cNvPr id="5804" name="Google Shape;5804;p143"/>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Suraj</a:t>
            </a:r>
            <a:endParaRPr>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8" name="Shape 5808"/>
        <p:cNvGrpSpPr/>
        <p:nvPr/>
      </p:nvGrpSpPr>
      <p:grpSpPr>
        <a:xfrm>
          <a:off x="0" y="0"/>
          <a:ext cx="0" cy="0"/>
          <a:chOff x="0" y="0"/>
          <a:chExt cx="0" cy="0"/>
        </a:xfrm>
      </p:grpSpPr>
      <p:sp>
        <p:nvSpPr>
          <p:cNvPr id="5809" name="Google Shape;5809;p1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of project</a:t>
            </a:r>
            <a:endParaRPr/>
          </a:p>
        </p:txBody>
      </p:sp>
      <p:sp>
        <p:nvSpPr>
          <p:cNvPr id="5810" name="Google Shape;5810;p144"/>
          <p:cNvSpPr txBox="1"/>
          <p:nvPr/>
        </p:nvSpPr>
        <p:spPr>
          <a:xfrm>
            <a:off x="720000" y="1310275"/>
            <a:ext cx="6293100" cy="18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latin typeface="Poppins"/>
              <a:ea typeface="Poppins"/>
              <a:cs typeface="Poppins"/>
              <a:sym typeface="Poppins"/>
            </a:endParaRPr>
          </a:p>
        </p:txBody>
      </p:sp>
      <p:sp>
        <p:nvSpPr>
          <p:cNvPr id="5811" name="Google Shape;5811;p144"/>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TJ</a:t>
            </a:r>
            <a:endParaRPr>
              <a:solidFill>
                <a:schemeClr val="dk1"/>
              </a:solidFill>
              <a:latin typeface="Poppins"/>
              <a:ea typeface="Poppins"/>
              <a:cs typeface="Poppins"/>
              <a:sym typeface="Poppins"/>
            </a:endParaRPr>
          </a:p>
        </p:txBody>
      </p:sp>
      <p:pic>
        <p:nvPicPr>
          <p:cNvPr id="5812" name="Google Shape;5812;p144" title="presentation4102.mp4">
            <a:hlinkClick r:id="rId3"/>
          </p:cNvPr>
          <p:cNvPicPr preferRelativeResize="0"/>
          <p:nvPr/>
        </p:nvPicPr>
        <p:blipFill>
          <a:blip r:embed="rId4">
            <a:alphaModFix/>
          </a:blip>
          <a:stretch>
            <a:fillRect/>
          </a:stretch>
        </p:blipFill>
        <p:spPr>
          <a:xfrm>
            <a:off x="0" y="1017725"/>
            <a:ext cx="9144000" cy="412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12"/>
                                        </p:tgtEl>
                                        <p:attrNameLst>
                                          <p:attrName>style.visibility</p:attrName>
                                        </p:attrNameLst>
                                      </p:cBhvr>
                                      <p:to>
                                        <p:strVal val="visible"/>
                                      </p:to>
                                    </p:set>
                                    <p:animEffect filter="fade" transition="in">
                                      <p:cBhvr>
                                        <p:cTn dur="1000"/>
                                        <p:tgtEl>
                                          <p:spTgt spid="58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6" name="Shape 5816"/>
        <p:cNvGrpSpPr/>
        <p:nvPr/>
      </p:nvGrpSpPr>
      <p:grpSpPr>
        <a:xfrm>
          <a:off x="0" y="0"/>
          <a:ext cx="0" cy="0"/>
          <a:chOff x="0" y="0"/>
          <a:chExt cx="0" cy="0"/>
        </a:xfrm>
      </p:grpSpPr>
      <p:sp>
        <p:nvSpPr>
          <p:cNvPr id="5817" name="Google Shape;5817;p1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5818" name="Google Shape;5818;p145"/>
          <p:cNvSpPr txBox="1"/>
          <p:nvPr/>
        </p:nvSpPr>
        <p:spPr>
          <a:xfrm>
            <a:off x="720000" y="1310275"/>
            <a:ext cx="6293100" cy="1889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t>ProgKids. “Swift Programming Language: History, Features, Prospects - ProgKids.” Progkids.com, 3 May 2024, </a:t>
            </a:r>
            <a:r>
              <a:rPr lang="en" sz="1800" u="sng">
                <a:hlinkClick r:id="rId3"/>
              </a:rPr>
              <a:t>www.progkids.com/en/blog/swift</a:t>
            </a:r>
            <a:r>
              <a:rPr lang="en" sz="1800"/>
              <a:t>.</a:t>
            </a:r>
            <a:endParaRPr sz="1800"/>
          </a:p>
          <a:p>
            <a:pPr indent="0" lvl="0" marL="0" rtl="0" algn="l">
              <a:lnSpc>
                <a:spcPct val="115000"/>
              </a:lnSpc>
              <a:spcBef>
                <a:spcPts val="1200"/>
              </a:spcBef>
              <a:spcAft>
                <a:spcPts val="0"/>
              </a:spcAft>
              <a:buNone/>
            </a:pPr>
            <a:r>
              <a:rPr lang="en" sz="1800"/>
              <a:t>GeeksforGeeks. “Swift Programming Language.” </a:t>
            </a:r>
            <a:r>
              <a:rPr i="1" lang="en" sz="1800"/>
              <a:t>GeeksforGeeks</a:t>
            </a:r>
            <a:r>
              <a:rPr lang="en" sz="1800"/>
              <a:t>, 19 Sept. 2023, </a:t>
            </a:r>
            <a:r>
              <a:rPr lang="en" sz="1800" u="sng">
                <a:hlinkClick r:id="rId4"/>
              </a:rPr>
              <a:t>www.geeksforgeeks.org/swift/swift-programming-language</a:t>
            </a:r>
            <a:r>
              <a:rPr lang="en" sz="1800"/>
              <a:t>.</a:t>
            </a:r>
            <a:endParaRPr sz="1800"/>
          </a:p>
          <a:p>
            <a:pPr indent="0" lvl="0" marL="0" rtl="0" algn="l">
              <a:lnSpc>
                <a:spcPct val="115000"/>
              </a:lnSpc>
              <a:spcBef>
                <a:spcPts val="1200"/>
              </a:spcBef>
              <a:spcAft>
                <a:spcPts val="1200"/>
              </a:spcAft>
              <a:buNone/>
            </a:pPr>
            <a:r>
              <a:t/>
            </a:r>
            <a:endParaRPr sz="1800"/>
          </a:p>
        </p:txBody>
      </p:sp>
      <p:sp>
        <p:nvSpPr>
          <p:cNvPr id="5819" name="Google Shape;5819;p145"/>
          <p:cNvSpPr txBox="1"/>
          <p:nvPr/>
        </p:nvSpPr>
        <p:spPr>
          <a:xfrm>
            <a:off x="8271726" y="0"/>
            <a:ext cx="1838100" cy="55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TJ</a:t>
            </a:r>
            <a:endParaRPr>
              <a:solidFill>
                <a:schemeClr val="dk1"/>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